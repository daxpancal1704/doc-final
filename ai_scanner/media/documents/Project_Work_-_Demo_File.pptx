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60" r:id="rId3"/>
    <p:sldMasterId id="2147483672" r:id="rId4"/>
    <p:sldMasterId id="2147483684" r:id="rId5"/>
    <p:sldMasterId id="2147483696" r:id="rId6"/>
    <p:sldMasterId id="2147483708" r:id="rId7"/>
    <p:sldMasterId id="2147483720" r:id="rId8"/>
  </p:sldMasterIdLst>
  <p:notesMasterIdLst>
    <p:notesMasterId r:id="rId10"/>
  </p:notesMasterIdLst>
  <p:handoutMasterIdLst>
    <p:handoutMasterId r:id="rId13"/>
  </p:handoutMasterIdLst>
  <p:sldIdLst>
    <p:sldId id="256" r:id="rId9"/>
    <p:sldId id="264" r:id="rId11"/>
    <p:sldId id="257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469D68C2-FDD7-4F2F-8B1C-64A40B107AB0}">
          <p14:sldIdLst/>
        </p14:section>
        <p14:section name="Untitled Section" id="{6BB85563-3620-4491-AF97-5D95A25B352C}">
          <p14:sldIdLst/>
        </p14:section>
        <p14:section name="Untitled Section" id="{54BFCD1E-8B6F-4199-93FF-B26832C28FC5}">
          <p14:sldIdLst>
            <p14:sldId id="256"/>
            <p14:sldId id="264"/>
            <p14:sldId id="25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2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34559" autoAdjust="0"/>
    <p:restoredTop sz="86323" autoAdjust="0"/>
  </p:normalViewPr>
  <p:slideViewPr>
    <p:cSldViewPr showGuides="1">
      <p:cViewPr varScale="1">
        <p:scale>
          <a:sx n="74" d="100"/>
          <a:sy n="74" d="100"/>
        </p:scale>
        <p:origin x="1452" y="56"/>
      </p:cViewPr>
      <p:guideLst>
        <p:guide orient="horz" pos="2162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30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1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handoutMaster" Target="handoutMasters/handoutMaster1.xml"/><Relationship Id="rId12" Type="http://schemas.openxmlformats.org/officeDocument/2006/relationships/slide" Target="slides/slide3.xml"/><Relationship Id="rId11" Type="http://schemas.openxmlformats.org/officeDocument/2006/relationships/slide" Target="slides/slide2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34D3B1-F34C-4DB6-B701-A4B68601DF6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/>
              <a:t>MCA_Sem – 3 (MC03094171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BBB5E3-0738-4489-809D-3030FFD4602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D05BFA-D424-4D2F-9332-780CEB01821E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/>
              <a:t>MCA_Sem – 3 (MC03094171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F9C16E-D0A1-4F35-87A2-1C00BCD3C51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MCA_Sem – 3 (MC03094171</a:t>
            </a:r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MCA_Sem – 3 (MC03094171</a:t>
            </a:r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2D924-64BE-40E3-9624-BDCA6769101E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MCA_Sem -3(MC03094171)       Research Work(Phase-1)                                                      Research Work(Phase-1)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1</a:t>
            </a:r>
            <a:endParaRPr lang="en-US" dirty="0"/>
          </a:p>
        </p:txBody>
      </p:sp>
      <p:pic>
        <p:nvPicPr>
          <p:cNvPr id="7" name="image1.jpg"/>
          <p:cNvPicPr/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176357" y="223695"/>
            <a:ext cx="1347643" cy="69070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6644" y="52458"/>
            <a:ext cx="1166743" cy="1166743"/>
          </a:xfrm>
          <a:prstGeom prst="ellipse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76400"/>
            <a:ext cx="7620000" cy="48006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ADD31-99A5-474E-8E91-0AAF0AC2F876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MCA_Sem -3(MC03094171)       Research Work(Phase-1)                                                      Research Work(Phase-1)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1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6644" y="52458"/>
            <a:ext cx="1166743" cy="1166743"/>
          </a:xfrm>
          <a:prstGeom prst="ellipse">
            <a:avLst/>
          </a:prstGeom>
        </p:spPr>
      </p:pic>
      <p:sp>
        <p:nvSpPr>
          <p:cNvPr id="8" name="Footer Placeholder 4"/>
          <p:cNvSpPr txBox="1"/>
          <p:nvPr userDrawn="1"/>
        </p:nvSpPr>
        <p:spPr>
          <a:xfrm>
            <a:off x="147587" y="6470456"/>
            <a:ext cx="8305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200" kern="1200" dirty="0">
                <a:solidFill>
                  <a:schemeClr val="bg2"/>
                </a:solidFill>
                <a:latin typeface="+mn-lt"/>
                <a:ea typeface="+mn-ea"/>
                <a:cs typeface="+mn-cs"/>
              </a:rPr>
              <a:t>[Enrollment Number ]                                                                                                                                               M</a:t>
            </a:r>
            <a:r>
              <a:rPr lang="en-US" dirty="0"/>
              <a:t>ajor Project(MC04094011)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F2CCF-2175-4615-8CCC-449A36446BA1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MCA_Sem -3(MC03094171)       Research Work(Phase-1)                                                      Research Work(Phase-1)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A1833-0C55-4379-8FF7-BF747DEFF2D2}" type="slidenum">
              <a:rPr lang="en-US" smtClean="0"/>
            </a:fld>
            <a:endParaRPr lang="en-US"/>
          </a:p>
        </p:txBody>
      </p:sp>
      <p:pic>
        <p:nvPicPr>
          <p:cNvPr id="7" name="image1.jpg"/>
          <p:cNvPicPr/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176357" y="223695"/>
            <a:ext cx="1347643" cy="6907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endParaRPr lang="en-US" dirty="0"/>
          </a:p>
          <a:p>
            <a:pPr lvl="4"/>
            <a:endParaRPr lang="en-US" dirty="0"/>
          </a:p>
          <a:p>
            <a:pPr lvl="4"/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FA343-7B2C-40A3-8E54-4A87DF3587E0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MCA_Sem -3(MC03094171)       Research Work(Phase-1)                                                      Research Work(Phase-1)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A1833-0C55-4379-8FF7-BF747DEFF2D2}" type="slidenum">
              <a:rPr lang="en-US" smtClean="0"/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6644" y="52458"/>
            <a:ext cx="1166743" cy="1166743"/>
          </a:xfrm>
          <a:prstGeom prst="ellipse">
            <a:avLst/>
          </a:prstGeom>
        </p:spPr>
      </p:pic>
      <p:sp>
        <p:nvSpPr>
          <p:cNvPr id="10" name="Footer Placeholder 4"/>
          <p:cNvSpPr txBox="1"/>
          <p:nvPr userDrawn="1"/>
        </p:nvSpPr>
        <p:spPr>
          <a:xfrm>
            <a:off x="147587" y="6435726"/>
            <a:ext cx="8305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MCA_Sem – 3 (MC03094171)                                                                                                                                                        Research Work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590800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E57D0-7DDE-40B9-930E-31E639359136}" type="datetime1">
              <a:rPr lang="en-US" smtClean="0"/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MCA_Sem -3(MC03094171)       Research Work(Phase-1)                                                      Research Work(Phase-1)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A1833-0C55-4379-8FF7-BF747DEFF2D2}" type="slidenum">
              <a:rPr lang="en-US" smtClean="0"/>
            </a:fld>
            <a:endParaRPr lang="en-US"/>
          </a:p>
        </p:txBody>
      </p:sp>
      <p:sp>
        <p:nvSpPr>
          <p:cNvPr id="13" name="Footer Placeholder 4"/>
          <p:cNvSpPr txBox="1"/>
          <p:nvPr userDrawn="1"/>
        </p:nvSpPr>
        <p:spPr>
          <a:xfrm>
            <a:off x="76200" y="6489416"/>
            <a:ext cx="8305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MCA_Sem – 3 (MC03094171)                                                                                                                                                        Research Work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4C92C-5D28-4ABD-B7F0-D03F3F974276}" type="datetime1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MCA_Sem -3(MC03094171)       Research Work(Phase-1)                                                      Research Work(Phase-1)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A1833-0C55-4379-8FF7-BF747DEFF2D2}" type="slidenum">
              <a:rPr lang="en-US" smtClean="0"/>
            </a:fld>
            <a:endParaRPr lang="en-US"/>
          </a:p>
        </p:txBody>
      </p:sp>
      <p:sp>
        <p:nvSpPr>
          <p:cNvPr id="12" name="Footer Placeholder 4"/>
          <p:cNvSpPr txBox="1"/>
          <p:nvPr userDrawn="1"/>
        </p:nvSpPr>
        <p:spPr>
          <a:xfrm>
            <a:off x="25400" y="6467475"/>
            <a:ext cx="2514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MCA_Sem – 3 (MC03094171)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E218E-C1C6-4A9E-A987-7A7ECD03A15D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MCA_Sem -3(MC03094171)       Research Work(Phase-1)                                                      Research Work(Phase-1)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A1833-0C55-4379-8FF7-BF747DEFF2D2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 txBox="1"/>
          <p:nvPr userDrawn="1"/>
        </p:nvSpPr>
        <p:spPr>
          <a:xfrm>
            <a:off x="25400" y="6467475"/>
            <a:ext cx="2514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MCA_Sem – 3 (MC03094171)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5FB09-C878-40EB-9E58-1812BAA5EDAB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MCA_Sem -3(MC03094171)       Research Work(Phase-1)                                                      Research Work(Phase-1)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A1833-0C55-4379-8FF7-BF747DEFF2D2}" type="slidenum">
              <a:rPr lang="en-US" smtClean="0"/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D4B56-233B-4C7D-9F01-746B7D096105}" type="datetime1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BAA1833-0C55-4379-8FF7-BF747DEFF2D2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MCA_Sem -3(MC03094171)       Research Work(Phase-1)                                                      Research Work(Phase-1)</a:t>
            </a:r>
            <a:endParaRPr lang="en-US" dirty="0"/>
          </a:p>
        </p:txBody>
      </p:sp>
      <p:sp>
        <p:nvSpPr>
          <p:cNvPr id="11" name="Footer Placeholder 4"/>
          <p:cNvSpPr txBox="1"/>
          <p:nvPr userDrawn="1"/>
        </p:nvSpPr>
        <p:spPr>
          <a:xfrm>
            <a:off x="25400" y="6467475"/>
            <a:ext cx="2514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MCA_Sem – 3 (MC03094171)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71778-12B5-4327-8459-FFC356B2BF8E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MCA_Sem -3(MC03094171)       Research Work(Phase-1)                                                      Research Work(Phase-1)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A1833-0C55-4379-8FF7-BF747DEFF2D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B6A3F-5981-4FB6-B959-1DF6A4051BF5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MCA_Sem -3(MC03094171)       Research Work(Phase-1)                                                      Research Work(Phase-1)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A1833-0C55-4379-8FF7-BF747DEFF2D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2814D-3365-4239-897E-7052826B3B1E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6C8CF-255A-4533-A38C-E2776B7088D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2814D-3365-4239-897E-7052826B3B1E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6C8CF-255A-4533-A38C-E2776B7088D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2814D-3365-4239-897E-7052826B3B1E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6C8CF-255A-4533-A38C-E2776B7088D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2814D-3365-4239-897E-7052826B3B1E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6C8CF-255A-4533-A38C-E2776B7088D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2814D-3365-4239-897E-7052826B3B1E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6C8CF-255A-4533-A38C-E2776B7088D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2814D-3365-4239-897E-7052826B3B1E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6C8CF-255A-4533-A38C-E2776B7088D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2814D-3365-4239-897E-7052826B3B1E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6C8CF-255A-4533-A38C-E2776B7088D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2814D-3365-4239-897E-7052826B3B1E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6C8CF-255A-4533-A38C-E2776B7088D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2814D-3365-4239-897E-7052826B3B1E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6C8CF-255A-4533-A38C-E2776B7088D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2814D-3365-4239-897E-7052826B3B1E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6C8CF-255A-4533-A38C-E2776B7088D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2814D-3365-4239-897E-7052826B3B1E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6C8CF-255A-4533-A38C-E2776B7088D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658B9-F95F-4B27-872A-94B322E3680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AF217-9E5D-406D-A32E-4DAF52F048F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658B9-F95F-4B27-872A-94B322E3680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AF217-9E5D-406D-A32E-4DAF52F048F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658B9-F95F-4B27-872A-94B322E3680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AF217-9E5D-406D-A32E-4DAF52F048F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658B9-F95F-4B27-872A-94B322E3680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AF217-9E5D-406D-A32E-4DAF52F048F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658B9-F95F-4B27-872A-94B322E36808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AF217-9E5D-406D-A32E-4DAF52F048F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658B9-F95F-4B27-872A-94B322E3680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AF217-9E5D-406D-A32E-4DAF52F048F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658B9-F95F-4B27-872A-94B322E36808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AF217-9E5D-406D-A32E-4DAF52F048F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658B9-F95F-4B27-872A-94B322E3680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AF217-9E5D-406D-A32E-4DAF52F048F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658B9-F95F-4B27-872A-94B322E3680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AF217-9E5D-406D-A32E-4DAF52F048F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658B9-F95F-4B27-872A-94B322E3680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AF217-9E5D-406D-A32E-4DAF52F048F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658B9-F95F-4B27-872A-94B322E3680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AF217-9E5D-406D-A32E-4DAF52F048F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B473E-6532-47BE-B8AB-E6F01E6AC455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MCA_Sem -3(MC03094171)       Research Work(Phase-1)                                                      Research Work(Phase-1)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5E57F-6B94-45B8-B6AB-A4B12B6C54B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676B6-710B-49BF-92C5-F324A57845A5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MCA_Sem -3(MC03094171)       Research Work(Phase-1)                                                      Research Work(Phase-1)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5E57F-6B94-45B8-B6AB-A4B12B6C54B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52400" y="6400800"/>
            <a:ext cx="2895600" cy="365125"/>
          </a:xfrm>
        </p:spPr>
        <p:txBody>
          <a:bodyPr/>
          <a:lstStyle/>
          <a:p>
            <a:r>
              <a:rPr lang="en-US" dirty="0"/>
              <a:t>MCA_Sem -3(MC03094171)       Research Work(Phase-1)                                                      Research Work(Phase-1)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5E57F-6B94-45B8-B6AB-A4B12B6C54B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MCA_Sem -3(MC03094171)       Research Work(Phase-1)                                                      Research Work(Phase-1)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5E57F-6B94-45B8-B6AB-A4B12B6C54BE}" type="slidenum">
              <a:rPr lang="en-US" smtClean="0"/>
            </a:fld>
            <a:endParaRPr lang="en-US"/>
          </a:p>
        </p:txBody>
      </p:sp>
      <p:sp>
        <p:nvSpPr>
          <p:cNvPr id="8" name="Date Placeholder 3"/>
          <p:cNvSpPr txBox="1"/>
          <p:nvPr userDrawn="1"/>
        </p:nvSpPr>
        <p:spPr>
          <a:xfrm>
            <a:off x="838200" y="601980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56612-47D5-4CD7-BF5B-ABF3072650B4}" type="datetime1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MCA_Sem -3(MC03094171)       Research Work(Phase-1)                                                      Research Work(Phase-1)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5E57F-6B94-45B8-B6AB-A4B12B6C54B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491F3-0C07-4824-8D02-89000B6016AB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MCA_Sem -3(MC03094171)       Research Work(Phase-1)                                                      Research Work(Phase-1)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5E57F-6B94-45B8-B6AB-A4B12B6C54B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5E94D-C025-489F-AA8F-06CD3F6BDFC3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MCA_Sem -3(MC03094171)       Research Work(Phase-1)                                                      Research Work(Phase-1)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5E57F-6B94-45B8-B6AB-A4B12B6C54B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79648-82E8-453A-BC6B-1C426F7AFC71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MCA_Sem -3(MC03094171)       Research Work(Phase-1)                                                      Research Work(Phase-1)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5E57F-6B94-45B8-B6AB-A4B12B6C54B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22715-C1AA-4793-BAB7-D6CD4755F200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MCA_Sem -3(MC03094171)       Research Work(Phase-1)                                                      Research Work(Phase-1)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5E57F-6B94-45B8-B6AB-A4B12B6C54B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E3B69-94F9-4FE9-A185-223B7D4060B9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MCA_Sem -3(MC03094171)       Research Work(Phase-1)                                                      Research Work(Phase-1)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5E57F-6B94-45B8-B6AB-A4B12B6C54B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89CF5-CACF-4DB1-BBA9-FED6650A8033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MCA_Sem -3(MC03094171)       Research Work(Phase-1)                                                      Research Work(Phase-1)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5E57F-6B94-45B8-B6AB-A4B12B6C54B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F38A2-9E6C-44A9-BC52-EECD7FC0E127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MCA_Sem -3(MC03094171)       Research Work(Phase-1)                                                      Research Work(Phase-1)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0111B-63F8-49FB-B907-FF7A3A92666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5C587-31E4-4C7D-B869-846939EEFE3F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MCA_Sem -3(MC03094171)       Research Work(Phase-1)                                                      Research Work(Phase-1)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0111B-63F8-49FB-B907-FF7A3A92666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8C032-17F8-4E99-8062-A9D6ED7E0127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MCA_Sem -3(MC03094171)       Research Work(Phase-1)                                                      Research Work(Phase-1)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0111B-63F8-49FB-B907-FF7A3A92666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3A97E-83C7-44B7-99F7-122570EF9A03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MCA_Sem -3(MC03094171)       Research Work(Phase-1)                                                      Research Work(Phase-1)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0111B-63F8-49FB-B907-FF7A3A92666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E414F-6BC5-4429-A150-62AA96BB9E8E}" type="datetime1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MCA_Sem -3(MC03094171)       Research Work(Phase-1)                                                      Research Work(Phase-1)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0111B-63F8-49FB-B907-FF7A3A92666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67151-2925-4DD7-8B37-F2598EDD6EEC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MCA_Sem -3(MC03094171)       Research Work(Phase-1)                                                      Research Work(Phase-1)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0111B-63F8-49FB-B907-FF7A3A92666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E0F85-2CEE-4D8C-9B0F-E3A90B66986A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MCA_Sem -3(MC03094171)       Research Work(Phase-1)                                                      Research Work(Phase-1)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0111B-63F8-49FB-B907-FF7A3A92666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9B40A-88B9-48BC-B749-4B9E17904715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MCA_Sem -3(MC03094171)       Research Work(Phase-1)                                                      Research Work(Phase-1)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0111B-63F8-49FB-B907-FF7A3A92666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03F43-69D3-4D42-8A81-C293753849B3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MCA_Sem -3(MC03094171)       Research Work(Phase-1)                                                      Research Work(Phase-1)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0111B-63F8-49FB-B907-FF7A3A92666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29CD4-2B71-423C-AC51-16CB39FD15AD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MCA_Sem -3(MC03094171)       Research Work(Phase-1)                                                      Research Work(Phase-1)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0111B-63F8-49FB-B907-FF7A3A92666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9855E-B382-43F0-91F3-4F2CD3B1A3F2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MCA_Sem -3(MC03094171)       Research Work(Phase-1)                                                      Research Work(Phase-1)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0111B-63F8-49FB-B907-FF7A3A92666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52400" y="6400800"/>
            <a:ext cx="2514600" cy="365125"/>
          </a:xfrm>
        </p:spPr>
        <p:txBody>
          <a:bodyPr/>
          <a:lstStyle/>
          <a:p>
            <a:r>
              <a:rPr lang="en-US" dirty="0"/>
              <a:t>MCA_Sem -3(MC03094171)       Research Work(Phase-1)                                                      Research Work(Phase-1)</a:t>
            </a:r>
            <a:endParaRPr lang="en-US" dirty="0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476FF-81B9-49D1-A5C1-FF2BFB380A7E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MCA_Sem -3(MC03094171)       Research Work(Phase-1)                                                      Research Work(Phase-1)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B4D9D-07E0-4A96-8D2A-3930BE786CF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F6B9F-51D7-44BA-B507-8AD847FAFBB3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MCA_Sem -3(MC03094171)       Research Work(Phase-1)                                                      Research Work(Phase-1)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B4D9D-07E0-4A96-8D2A-3930BE786CF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D6EF2-C318-4FD1-9B18-E59BCA54E34C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MCA_Sem -3(MC03094171)       Research Work(Phase-1)                                                      Research Work(Phase-1)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B4D9D-07E0-4A96-8D2A-3930BE786CF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5B70E-B919-4DDE-9FBA-F3714BDE4CB7}" type="datetime1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MCA_Sem -3(MC03094171)       Research Work(Phase-1)                                                      Research Work(Phase-1)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B4D9D-07E0-4A96-8D2A-3930BE786CF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FEA37-0FE2-471C-8FA0-C4E96865BB0E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MCA_Sem -3(MC03094171)       Research Work(Phase-1)                                                      Research Work(Phase-1)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B4D9D-07E0-4A96-8D2A-3930BE786CF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4AA24-C9C4-4B42-BAA3-6A4F5353A346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MCA_Sem -3(MC03094171)       Research Work(Phase-1)                                                      Research Work(Phase-1)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B4D9D-07E0-4A96-8D2A-3930BE786CF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4C38D-F96A-4466-AC72-28AB1AE7406B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MCA_Sem -3(MC03094171)       Research Work(Phase-1)                                                      Research Work(Phase-1)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B4D9D-07E0-4A96-8D2A-3930BE786CF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17F5-64FC-4113-A66C-C382084346D9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MCA_Sem -3(MC03094171)       Research Work(Phase-1)                                                      Research Work(Phase-1)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B4D9D-07E0-4A96-8D2A-3930BE786CF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3150A-3933-414B-AFE1-13D4E4251096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MCA_Sem -3(MC03094171)       Research Work(Phase-1)                                                      Research Work(Phase-1)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B4D9D-07E0-4A96-8D2A-3930BE786CF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0020B-9D0F-4C0C-8ACF-AF337CA05260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MCA_Sem -3(MC03094171)       Research Work(Phase-1)                                                      Research Work(Phase-1)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B4D9D-07E0-4A96-8D2A-3930BE786CF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B679D-542B-48A1-AC34-47F177861870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MCA_Sem -3(MC03094171)       Research Work(Phase-1)                                                      Research Work(Phase-1)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2410A-C9B2-4F68-87E6-DC62EC8CE60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4AAD2-F56F-4B9D-B682-7A9EFDA20A27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MCA_Sem -3(MC03094171)       Research Work(Phase-1)                                                      Research Work(Phase-1)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2410A-C9B2-4F68-87E6-DC62EC8CE60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8B6BB-121E-4C96-9240-AF0B618F8BB7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MCA_Sem -3(MC03094171)       Research Work(Phase-1)                                                      Research Work(Phase-1)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2410A-C9B2-4F68-87E6-DC62EC8CE60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C72F4-C8AA-4018-A7A4-3D47E76E3D6F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MCA_Sem -3(MC03094171)       Research Work(Phase-1)                                                      Research Work(Phase-1)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2410A-C9B2-4F68-87E6-DC62EC8CE60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8A224-55BD-4FBD-B5C2-CD86178F6F72}" type="datetime1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MCA_Sem -3(MC03094171)       Research Work(Phase-1)                                                      Research Work(Phase-1)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2410A-C9B2-4F68-87E6-DC62EC8CE60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98A79-914D-49EE-A533-19437ABAC2FE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MCA_Sem -3(MC03094171)       Research Work(Phase-1)                                                      Research Work(Phase-1)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2410A-C9B2-4F68-87E6-DC62EC8CE60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AFDDE-DD44-4F33-B118-053020117906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MCA_Sem -3(MC03094171)       Research Work(Phase-1)                                                      Research Work(Phase-1)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2410A-C9B2-4F68-87E6-DC62EC8CE60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7F80E-5EA3-463B-ABDD-1BC9D9A1CAFF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MCA_Sem -3(MC03094171)       Research Work(Phase-1)                                                      Research Work(Phase-1)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2410A-C9B2-4F68-87E6-DC62EC8CE60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0B34A-625A-4327-9018-B64A767DD9E1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MCA_Sem -3(MC03094171)       Research Work(Phase-1)                                                      Research Work(Phase-1)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2410A-C9B2-4F68-87E6-DC62EC8CE60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D2371-B0AE-4DFB-808E-5393159FFCD5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MCA_Sem -3(MC03094171)       Research Work(Phase-1)                                                      Research Work(Phase-1)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2410A-C9B2-4F68-87E6-DC62EC8CE60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C18BB-3B02-4D0E-B2C4-F1778AA2751C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MCA_Sem -3(MC03094171)       Research Work(Phase-1)                                                      Research Work(Phase-1)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2410A-C9B2-4F68-87E6-DC62EC8CE60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0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5.xml"/><Relationship Id="rId12" Type="http://schemas.openxmlformats.org/officeDocument/2006/relationships/theme" Target="../theme/theme4.xml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34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6.xml"/><Relationship Id="rId12" Type="http://schemas.openxmlformats.org/officeDocument/2006/relationships/theme" Target="../theme/theme5.xml"/><Relationship Id="rId11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4.xml"/><Relationship Id="rId1" Type="http://schemas.openxmlformats.org/officeDocument/2006/relationships/slideLayout" Target="../slideLayouts/slideLayout45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4.xml"/><Relationship Id="rId8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1.xml"/><Relationship Id="rId5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9.xml"/><Relationship Id="rId3" Type="http://schemas.openxmlformats.org/officeDocument/2006/relationships/slideLayout" Target="../slideLayouts/slideLayout58.xml"/><Relationship Id="rId2" Type="http://schemas.openxmlformats.org/officeDocument/2006/relationships/slideLayout" Target="../slideLayouts/slideLayout57.xml"/><Relationship Id="rId12" Type="http://schemas.openxmlformats.org/officeDocument/2006/relationships/theme" Target="../theme/theme6.xml"/><Relationship Id="rId11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5.xml"/><Relationship Id="rId1" Type="http://schemas.openxmlformats.org/officeDocument/2006/relationships/slideLayout" Target="../slideLayouts/slideLayout56.xml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5.xml"/><Relationship Id="rId8" Type="http://schemas.openxmlformats.org/officeDocument/2006/relationships/slideLayout" Target="../slideLayouts/slideLayout74.xml"/><Relationship Id="rId7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2.xml"/><Relationship Id="rId5" Type="http://schemas.openxmlformats.org/officeDocument/2006/relationships/slideLayout" Target="../slideLayouts/slideLayout71.xml"/><Relationship Id="rId4" Type="http://schemas.openxmlformats.org/officeDocument/2006/relationships/slideLayout" Target="../slideLayouts/slideLayout70.xml"/><Relationship Id="rId3" Type="http://schemas.openxmlformats.org/officeDocument/2006/relationships/slideLayout" Target="../slideLayouts/slideLayout69.xml"/><Relationship Id="rId2" Type="http://schemas.openxmlformats.org/officeDocument/2006/relationships/slideLayout" Target="../slideLayouts/slideLayout68.xml"/><Relationship Id="rId12" Type="http://schemas.openxmlformats.org/officeDocument/2006/relationships/theme" Target="../theme/theme7.xml"/><Relationship Id="rId11" Type="http://schemas.openxmlformats.org/officeDocument/2006/relationships/slideLayout" Target="../slideLayouts/slideLayout77.xml"/><Relationship Id="rId10" Type="http://schemas.openxmlformats.org/officeDocument/2006/relationships/slideLayout" Target="../slideLayouts/slideLayout76.xml"/><Relationship Id="rId1" Type="http://schemas.openxmlformats.org/officeDocument/2006/relationships/slideLayout" Target="../slideLayouts/slideLayout6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1BAA1833-0C55-4379-8FF7-BF747DEFF2D2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MCA_Sem -3(MC03094171)       Research Work(Phase-1)                                                      Research Work(Phase-1)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5D650562-5451-4F8A-BDC7-E454B2CEFE8A}" type="datetime1">
              <a:rPr lang="en-US" smtClean="0"/>
            </a:fld>
            <a:endParaRPr lang="en-US"/>
          </a:p>
        </p:txBody>
      </p:sp>
      <p:pic>
        <p:nvPicPr>
          <p:cNvPr id="9" name="image1.jpg"/>
          <p:cNvPicPr/>
          <p:nvPr userDrawn="1"/>
        </p:nvPicPr>
        <p:blipFill>
          <a:blip r:embed="rId12"/>
          <a:srcRect/>
          <a:stretch>
            <a:fillRect/>
          </a:stretch>
        </p:blipFill>
        <p:spPr>
          <a:xfrm>
            <a:off x="176357" y="223695"/>
            <a:ext cx="1347643" cy="69070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32814D-3365-4239-897E-7052826B3B1E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76C8CF-255A-4533-A38C-E2776B7088DB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A658B9-F95F-4B27-872A-94B322E3680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AF217-9E5D-406D-A32E-4DAF52F048F5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F4764D-05A6-4CAA-BE03-6226818411D9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MCA_Sem -3(MC03094171)       Research Work(Phase-1)                                                      Research Work(Phase-1)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E5E57F-6B94-45B8-B6AB-A4B12B6C54BE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C094A9-FDB7-4BEC-AE7B-D39F38DF598E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MCA_Sem -3(MC03094171)       Research Work(Phase-1)                                                      Research Work(Phase-1)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10111B-63F8-49FB-B907-FF7A3A92666E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71AA3A-AD64-4CD1-BF11-596568743736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MCA_Sem -3(MC03094171)       Research Work(Phase-1)                                                      Research Work(Phase-1)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CB4D9D-07E0-4A96-8D2A-3930BE786CFE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6EA972-5169-41F0-A20A-51BDD8B1D719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MCA_Sem -3(MC03094171)       Research Work(Phase-1)                                                      Research Work(Phase-1)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62410A-C9B2-4F68-87E6-DC62EC8CE60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ctrTitle"/>
          </p:nvPr>
        </p:nvSpPr>
        <p:spPr>
          <a:xfrm>
            <a:off x="2970212" y="5813075"/>
            <a:ext cx="6477000" cy="1143000"/>
          </a:xfrm>
        </p:spPr>
        <p:txBody>
          <a:bodyPr>
            <a:noAutofit/>
          </a:bodyPr>
          <a:lstStyle/>
          <a:p>
            <a:pPr algn="ctr"/>
            <a:br>
              <a:rPr lang="en-US" sz="1800" dirty="0"/>
            </a:br>
            <a:br>
              <a:rPr lang="en-US" sz="1800" dirty="0"/>
            </a:br>
            <a:br>
              <a:rPr lang="en-IN" sz="1800" dirty="0"/>
            </a:br>
            <a:r>
              <a:rPr lang="en-US" sz="1800" dirty="0"/>
              <a:t>  </a:t>
            </a:r>
            <a:br>
              <a:rPr lang="en-US" sz="1800" dirty="0"/>
            </a:br>
            <a:endParaRPr lang="en-US" sz="1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501" y="5298018"/>
            <a:ext cx="3273425" cy="1066800"/>
          </a:xfrm>
        </p:spPr>
        <p:txBody>
          <a:bodyPr>
            <a:normAutofit fontScale="90000"/>
          </a:bodyPr>
          <a:lstStyle/>
          <a:p>
            <a:r>
              <a:rPr lang="en-US" dirty="0"/>
              <a:t>  </a:t>
            </a:r>
            <a:endParaRPr lang="en-US" dirty="0"/>
          </a:p>
          <a:p>
            <a:r>
              <a:rPr lang="en-US" sz="2220" b="1" spc="-1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Name  of  Internal   Guide</a:t>
            </a:r>
            <a:r>
              <a:rPr lang="en-US" sz="2220" b="1" dirty="0">
                <a:solidFill>
                  <a:schemeClr val="tx1"/>
                </a:solidFill>
              </a:rPr>
              <a:t> :</a:t>
            </a:r>
            <a:endParaRPr lang="en-US" sz="2220" b="1" dirty="0">
              <a:solidFill>
                <a:schemeClr val="tx1"/>
              </a:solidFill>
            </a:endParaRPr>
          </a:p>
          <a:p>
            <a:r>
              <a:rPr lang="en-US" spc="-1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+mn-ea"/>
              </a:rPr>
              <a:t>Asst. Prof. </a:t>
            </a:r>
            <a:r>
              <a:rPr lang="en-US" spc="-100" dirty="0" err="1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+mn-ea"/>
              </a:rPr>
              <a:t>Nairutvi</a:t>
            </a:r>
            <a:r>
              <a:rPr lang="en-US" spc="-1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+mn-ea"/>
              </a:rPr>
              <a:t> </a:t>
            </a:r>
            <a:r>
              <a:rPr lang="en-US" spc="-100" dirty="0" err="1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+mn-ea"/>
              </a:rPr>
              <a:t>Mistry</a:t>
            </a:r>
            <a:endParaRPr lang="en-US" spc="-100" dirty="0" smtClean="0">
              <a:solidFill>
                <a:schemeClr val="tx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endParaRPr lang="en-US" spc="-100" dirty="0" smtClean="0">
              <a:solidFill>
                <a:schemeClr val="tx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AutoShape 4" descr="Gujarat Technological University Admission, Courses Offered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 dirty="0"/>
          </a:p>
        </p:txBody>
      </p:sp>
      <p:sp>
        <p:nvSpPr>
          <p:cNvPr id="6" name="AutoShape 6" descr="Gujarat Technological University Admission, Courses Offered ...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 dirty="0"/>
          </a:p>
        </p:txBody>
      </p:sp>
      <p:sp>
        <p:nvSpPr>
          <p:cNvPr id="7" name="AutoShape 8" descr="Gujarat Technological University Admission, Courses Offered ...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 dirty="0"/>
          </a:p>
        </p:txBody>
      </p:sp>
      <p:sp>
        <p:nvSpPr>
          <p:cNvPr id="8" name="AutoShape 10" descr="Gujarat Technological University Admission, Courses Offered ...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 dirty="0"/>
          </a:p>
        </p:txBody>
      </p:sp>
      <p:sp>
        <p:nvSpPr>
          <p:cNvPr id="9" name="AutoShape 12" descr="Gujarat Technological University Admission, Courses Offered ...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029200" y="5959275"/>
            <a:ext cx="30003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 </a:t>
            </a:r>
            <a:r>
              <a:rPr lang="en-IN" dirty="0">
                <a:solidFill>
                  <a:srgbClr val="FFFFFF"/>
                </a:solidFill>
              </a:rPr>
              <a:t>Guide</a:t>
            </a:r>
            <a:endParaRPr lang="en-IN" dirty="0">
              <a:solidFill>
                <a:srgbClr val="FFFFFF"/>
              </a:solidFill>
            </a:endParaRPr>
          </a:p>
          <a:p>
            <a:pPr algn="ctr"/>
            <a:r>
              <a:rPr lang="en-IN" dirty="0">
                <a:solidFill>
                  <a:srgbClr val="FFFFFF"/>
                </a:solidFill>
              </a:rPr>
              <a:t>(  )</a:t>
            </a:r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18" name="image1.jpg"/>
          <p:cNvPicPr/>
          <p:nvPr/>
        </p:nvPicPr>
        <p:blipFill>
          <a:blip r:embed="rId1"/>
          <a:srcRect/>
          <a:stretch>
            <a:fillRect/>
          </a:stretch>
        </p:blipFill>
        <p:spPr>
          <a:xfrm>
            <a:off x="176357" y="223695"/>
            <a:ext cx="1347643" cy="69070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6644" y="52458"/>
            <a:ext cx="1166743" cy="1166743"/>
          </a:xfrm>
          <a:prstGeom prst="ellipse">
            <a:avLst/>
          </a:prstGeom>
        </p:spPr>
      </p:pic>
      <p:sp>
        <p:nvSpPr>
          <p:cNvPr id="20" name="Subtitle 2"/>
          <p:cNvSpPr txBox="1"/>
          <p:nvPr/>
        </p:nvSpPr>
        <p:spPr>
          <a:xfrm>
            <a:off x="5029200" y="5538806"/>
            <a:ext cx="3273425" cy="1066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anose="020B0604020202020204" pitchFamily="34" charset="0"/>
              <a:buNone/>
              <a:defRPr sz="14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4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 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955675" y="1371600"/>
            <a:ext cx="7232650" cy="20612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578 - SAL Institute  of  Technology &amp; Engineering Research </a:t>
            </a:r>
            <a:b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 of  Computer Applications</a:t>
            </a:r>
            <a:b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94-Master  of  Computer Applications</a:t>
            </a:r>
            <a:endParaRPr 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Major Project (MC04094011 )</a:t>
            </a:r>
            <a:b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600" b="1" i="1" dirty="0">
              <a:solidFill>
                <a:schemeClr val="tx2">
                  <a:lumMod val="90000"/>
                  <a:lumOff val="10000"/>
                </a:schemeClr>
              </a:solidFill>
              <a:latin typeface="+mj-lt"/>
            </a:endParaRPr>
          </a:p>
          <a:p>
            <a:pPr algn="ctr"/>
            <a:r>
              <a:rPr lang="en-US" sz="1600" b="1" i="1" dirty="0">
                <a:solidFill>
                  <a:schemeClr val="tx2">
                    <a:lumMod val="90000"/>
                    <a:lumOff val="10000"/>
                  </a:schemeClr>
                </a:solidFill>
                <a:latin typeface="+mj-lt"/>
              </a:rPr>
              <a:t> </a:t>
            </a:r>
            <a:endParaRPr lang="en-US" sz="1600" i="1" dirty="0">
              <a:latin typeface="+mj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98830" y="3042285"/>
            <a:ext cx="7117715" cy="18764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“AI-Based Document Authenticity Detection System”</a:t>
            </a:r>
            <a:endParaRPr lang="en-US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Name: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Dax Panchal</a:t>
            </a:r>
            <a:endParaRPr 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Enrollment No: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245780694033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ubtitle 2"/>
          <p:cNvSpPr txBox="1"/>
          <p:nvPr/>
        </p:nvSpPr>
        <p:spPr>
          <a:xfrm>
            <a:off x="5179962" y="5334000"/>
            <a:ext cx="3273425" cy="1066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anose="020B0604020202020204" pitchFamily="34" charset="0"/>
              <a:buNone/>
              <a:defRPr sz="14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4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 </a:t>
            </a:r>
            <a:endParaRPr lang="en-US" dirty="0"/>
          </a:p>
          <a:p>
            <a:r>
              <a:rPr lang="en-US" sz="1800" spc="-1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Name  of  External  Guide :</a:t>
            </a:r>
            <a:endParaRPr lang="en-US" sz="1800" spc="-1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MCA_Sem -3(MC03094171)       Research Work(Phase-1)                                                      Research Work(Phase-1)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1</a:t>
            </a:r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752600" y="304800"/>
            <a:ext cx="5334000" cy="808038"/>
          </a:xfrm>
        </p:spPr>
        <p:txBody>
          <a:bodyPr/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Contents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457200" y="1676400"/>
            <a:ext cx="7620000" cy="46482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Profile</a:t>
            </a:r>
            <a:endParaRPr lang="en-IN" sz="28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Company Profile</a:t>
            </a:r>
            <a:endParaRPr lang="en-IN" sz="28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Description &amp; Scheduling</a:t>
            </a:r>
            <a:endParaRPr lang="en-IN" sz="28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  <a:endParaRPr lang="en-IN" sz="28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IN" sz="3600" dirty="0">
              <a:solidFill>
                <a:schemeClr val="tx2">
                  <a:lumMod val="90000"/>
                  <a:lumOff val="10000"/>
                </a:schemeClr>
              </a:solidFill>
              <a:latin typeface="+mj-lt"/>
            </a:endParaRPr>
          </a:p>
          <a:p>
            <a:pPr marL="11430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609600" y="685800"/>
            <a:ext cx="7620000" cy="1143000"/>
          </a:xfrm>
        </p:spPr>
        <p:txBody>
          <a:bodyPr/>
          <a:lstStyle/>
          <a:p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Guidelines to prepare presentation: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457200" y="1600200"/>
            <a:ext cx="7620000" cy="4800600"/>
          </a:xfrm>
        </p:spPr>
        <p:txBody>
          <a:bodyPr>
            <a:normAutofit lnSpcReduction="10000"/>
          </a:bodyPr>
          <a:lstStyle/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Contents: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ClrTx/>
              <a:buNone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  1. </a:t>
            </a:r>
            <a:r>
              <a:rPr lang="en-US" sz="16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Profile 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 , Project Category , Project Duration , Project Team Member,  Tools &amp; Technologies Used , Project Scope ,Objectives of the Project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  2.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Company Profile  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Company Overview , Organizational Structure , Products and Services ,Technology Stack Used in Company , Project Training Details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Project Description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the System, Problem Statement, Existing System, Limitations of Existing System, Proposed System,  Advantages of Proposed System, Modules of the System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Project Scheduling &amp; Planning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Project Planning , Gantt Chart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Screen Shots of Your Project Completed till 05-03-2026.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 font should be Times New Roman.</a:t>
            </a:r>
            <a:endParaRPr lang="en-US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Complete the assigned work before the next presentation.</a:t>
            </a:r>
            <a:endParaRPr lang="en-US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Strictly follow the provided format.</a:t>
            </a:r>
            <a:endParaRPr lang="en-US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US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MCA_Sem -3(MC03094171)       Research Work(Phase-1)                                                      Research Work(Phase-1)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2</a:t>
            </a:r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jpeg"/></Relationships>
</file>

<file path=ppt/theme/theme1.xml><?xml version="1.0" encoding="utf-8"?>
<a:theme xmlns:a="http://schemas.openxmlformats.org/drawingml/2006/main" name="Adjacency">
  <a:themeElements>
    <a:clrScheme name="Custom 6">
      <a:dk1>
        <a:sysClr val="windowText" lastClr="000000"/>
      </a:dk1>
      <a:lt1>
        <a:sysClr val="window" lastClr="FFFFFF"/>
      </a:lt1>
      <a:dk2>
        <a:srgbClr val="0E2F4F"/>
      </a:dk2>
      <a:lt2>
        <a:srgbClr val="0E2F4F"/>
      </a:lt2>
      <a:accent1>
        <a:srgbClr val="224F76"/>
      </a:accent1>
      <a:accent2>
        <a:srgbClr val="297FD5"/>
      </a:accent2>
      <a:accent3>
        <a:srgbClr val="7F8FA9"/>
      </a:accent3>
      <a:accent4>
        <a:srgbClr val="4A66AC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0</TotalTime>
  <Words>1513</Words>
  <Application>WPS Presentation</Application>
  <PresentationFormat>On-screen Show (4:3)</PresentationFormat>
  <Paragraphs>62</Paragraphs>
  <Slides>3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7</vt:i4>
      </vt:variant>
      <vt:variant>
        <vt:lpstr>幻灯片标题</vt:lpstr>
      </vt:variant>
      <vt:variant>
        <vt:i4>3</vt:i4>
      </vt:variant>
    </vt:vector>
  </HeadingPairs>
  <TitlesOfParts>
    <vt:vector size="19" baseType="lpstr">
      <vt:lpstr>Arial</vt:lpstr>
      <vt:lpstr>SimSun</vt:lpstr>
      <vt:lpstr>Wingdings</vt:lpstr>
      <vt:lpstr>Times New Roman</vt:lpstr>
      <vt:lpstr>Calibri</vt:lpstr>
      <vt:lpstr>Cambria</vt:lpstr>
      <vt:lpstr>Microsoft YaHei</vt:lpstr>
      <vt:lpstr>Arial Unicode MS</vt:lpstr>
      <vt:lpstr>Calibri Light</vt:lpstr>
      <vt:lpstr>Adjacency</vt:lpstr>
      <vt:lpstr>5_Custom Design</vt:lpstr>
      <vt:lpstr>4_Custom Design</vt:lpstr>
      <vt:lpstr>2_Custom Design</vt:lpstr>
      <vt:lpstr>3_Custom Design</vt:lpstr>
      <vt:lpstr>1_Custom Design</vt:lpstr>
      <vt:lpstr>Custom Design</vt:lpstr>
      <vt:lpstr>      </vt:lpstr>
      <vt:lpstr>Table of Contents</vt:lpstr>
      <vt:lpstr>Guidelines to prepare presentation: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Dax Panchal</cp:lastModifiedBy>
  <cp:revision>45</cp:revision>
  <dcterms:created xsi:type="dcterms:W3CDTF">2025-07-24T08:01:00Z</dcterms:created>
  <dcterms:modified xsi:type="dcterms:W3CDTF">2026-03-03T07:25:11Z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CCCE46EFB8E846F19BF4D0383517DF1E_12</vt:lpwstr>
  </property>
  <property fmtid="{D5CDD505-2E9C-101B-9397-08002B2CF9AE}" pid="3" name="KSOProductBuildVer">
    <vt:lpwstr>1033-12.2.0.23196</vt:lpwstr>
  </property>
</Properties>
</file>