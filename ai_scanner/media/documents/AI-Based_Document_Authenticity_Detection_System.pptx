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1" r:id="rId3"/>
    <p:sldMasterId id="2147483673" r:id="rId4"/>
    <p:sldMasterId id="2147483685" r:id="rId5"/>
    <p:sldMasterId id="2147483697" r:id="rId6"/>
  </p:sldMasterIdLst>
  <p:notesMasterIdLst>
    <p:notesMasterId r:id="rId8"/>
  </p:notesMasterIdLst>
  <p:handoutMasterIdLst>
    <p:handoutMasterId r:id="rId33"/>
  </p:handoutMasterIdLst>
  <p:sldIdLst>
    <p:sldId id="256" r:id="rId7"/>
    <p:sldId id="264" r:id="rId9"/>
    <p:sldId id="296" r:id="rId10"/>
    <p:sldId id="311" r:id="rId11"/>
    <p:sldId id="297" r:id="rId12"/>
    <p:sldId id="298" r:id="rId13"/>
    <p:sldId id="300" r:id="rId14"/>
    <p:sldId id="301" r:id="rId15"/>
    <p:sldId id="302" r:id="rId16"/>
    <p:sldId id="303" r:id="rId17"/>
    <p:sldId id="304" r:id="rId18"/>
    <p:sldId id="305" r:id="rId19"/>
    <p:sldId id="306" r:id="rId20"/>
    <p:sldId id="307" r:id="rId21"/>
    <p:sldId id="308" r:id="rId22"/>
    <p:sldId id="312" r:id="rId23"/>
    <p:sldId id="309" r:id="rId24"/>
    <p:sldId id="310" r:id="rId25"/>
    <p:sldId id="313" r:id="rId26"/>
    <p:sldId id="317" r:id="rId27"/>
    <p:sldId id="316" r:id="rId28"/>
    <p:sldId id="314" r:id="rId29"/>
    <p:sldId id="315" r:id="rId30"/>
    <p:sldId id="318" r:id="rId31"/>
    <p:sldId id="320"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469D68C2-FDD7-4F2F-8B1C-64A40B107AB0}">
          <p14:sldIdLst/>
        </p14:section>
        <p14:section name="Untitled Section" id="{6BB85563-3620-4491-AF97-5D95A25B352C}">
          <p14:sldIdLst/>
        </p14:section>
        <p14:section name="Untitled Section" id="{54BFCD1E-8B6F-4199-93FF-B26832C28FC5}">
          <p14:sldIdLst>
            <p14:sldId id="256"/>
            <p14:sldId id="264"/>
            <p14:sldId id="296"/>
            <p14:sldId id="311"/>
            <p14:sldId id="297"/>
            <p14:sldId id="298"/>
            <p14:sldId id="300"/>
            <p14:sldId id="301"/>
            <p14:sldId id="302"/>
            <p14:sldId id="303"/>
            <p14:sldId id="304"/>
            <p14:sldId id="305"/>
            <p14:sldId id="306"/>
            <p14:sldId id="307"/>
            <p14:sldId id="308"/>
            <p14:sldId id="312"/>
            <p14:sldId id="309"/>
            <p14:sldId id="310"/>
            <p14:sldId id="313"/>
            <p14:sldId id="317"/>
            <p14:sldId id="316"/>
            <p14:sldId id="314"/>
            <p14:sldId id="315"/>
            <p14:sldId id="318"/>
            <p14:sldId id="320"/>
          </p14:sldIdLst>
        </p14:section>
      </p14:sectionLst>
    </p:ext>
    <p:ext uri="{EFAFB233-063F-42B5-8137-9DF3F51BA10A}">
      <p15:sldGuideLst xmlns:p15="http://schemas.microsoft.com/office/powerpoint/2012/main">
        <p15:guide id="1" orient="horz" pos="21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34559" autoAdjust="0"/>
    <p:restoredTop sz="86323" autoAdjust="0"/>
  </p:normalViewPr>
  <p:slideViewPr>
    <p:cSldViewPr showGuides="1">
      <p:cViewPr varScale="1">
        <p:scale>
          <a:sx n="70" d="100"/>
          <a:sy n="70" d="100"/>
        </p:scale>
        <p:origin x="-1938" y="-96"/>
      </p:cViewPr>
      <p:guideLst>
        <p:guide orient="horz" pos="218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34D3B1-F34C-4DB6-B701-A4B68601DF69}"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MCA_Sem – 3 (MC03094171</a:t>
            </a:r>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1BBB5E3-0738-4489-809D-3030FFD46024}" type="slidenum">
              <a:rPr lang="en-US" smtClean="0"/>
            </a:fld>
            <a:endParaRPr lang="en-US"/>
          </a:p>
        </p:txBody>
      </p:sp>
    </p:spTree>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FD05BFA-D424-4D2F-9332-780CEB01821E}"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dirty="0" smtClean="0"/>
              <a:t>MCA_Sem – 3 (MC03094171</a:t>
            </a: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F9C16E-D0A1-4F35-87A2-1C00BCD3C51D}" type="slidenum">
              <a:rPr lang="en-US" smtClean="0"/>
            </a:fld>
            <a:endParaRPr lang="en-US"/>
          </a:p>
        </p:txBody>
      </p:sp>
    </p:spTree>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p:cNvSpPr>
            <a:spLocks noGrp="1"/>
          </p:cNvSpPr>
          <p:nvPr>
            <p:ph type="ftr" sz="quarter" idx="11"/>
          </p:nvPr>
        </p:nvSpPr>
        <p:spPr/>
        <p:txBody>
          <a:bodyPr/>
          <a:lstStyle/>
          <a:p>
            <a:r>
              <a:rPr lang="en-US" dirty="0" smtClean="0"/>
              <a:t>MCA_Sem – 3 (MC03094171</a:t>
            </a: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10"/>
          </p:nvPr>
        </p:nvSpPr>
        <p:spPr/>
        <p:txBody>
          <a:bodyPr/>
          <a:lstStyle/>
          <a:p>
            <a:r>
              <a:rPr lang="en-US" dirty="0" smtClean="0"/>
              <a:t>MCA_Sem – 3 (MC03094171</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F5E0849-4141-4BCF-98F5-D34A6958E711}"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lvl1pPr>
              <a:defRPr/>
            </a:lvl1pPr>
          </a:lstStyle>
          <a:p>
            <a:r>
              <a:rPr lang="en-US" dirty="0" smtClean="0"/>
              <a:t>1</a:t>
            </a:r>
            <a:endParaRPr lang="en-US" dirty="0"/>
          </a:p>
        </p:txBody>
      </p:sp>
      <p:pic>
        <p:nvPicPr>
          <p:cNvPr id="7" name="image1.jpg"/>
          <p:cNvPicPr/>
          <p:nvPr userDrawn="1"/>
        </p:nvPicPr>
        <p:blipFill>
          <a:blip r:embed="rId2"/>
          <a:srcRect/>
          <a:stretch>
            <a:fillRect/>
          </a:stretch>
        </p:blipFill>
        <p:spPr>
          <a:xfrm>
            <a:off x="176357" y="223695"/>
            <a:ext cx="1347643" cy="690705"/>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86644" y="52458"/>
            <a:ext cx="1166743" cy="1166743"/>
          </a:xfrm>
          <a:prstGeom prst="ellipse">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609600" y="1676400"/>
            <a:ext cx="7620000" cy="48006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4E8420B-31FC-4808-A873-29A4BA89A07E}"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1BAA1833-0C55-4379-8FF7-BF747DEFF2D2}" type="slidenum">
              <a:rPr lang="en-US" smtClean="0"/>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86644" y="52458"/>
            <a:ext cx="1166743" cy="1166743"/>
          </a:xfrm>
          <a:prstGeom prst="ellipse">
            <a:avLst/>
          </a:prstGeom>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189F368-19D8-4C2D-8F8C-29FA2F9FD68A}"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1BAA1833-0C55-4379-8FF7-BF747DEFF2D2}" type="slidenum">
              <a:rPr lang="en-US" smtClean="0"/>
            </a:fld>
            <a:endParaRPr lang="en-US"/>
          </a:p>
        </p:txBody>
      </p:sp>
      <p:pic>
        <p:nvPicPr>
          <p:cNvPr id="7" name="image1.jpg"/>
          <p:cNvPicPr/>
          <p:nvPr userDrawn="1"/>
        </p:nvPicPr>
        <p:blipFill>
          <a:blip r:embed="rId2"/>
          <a:srcRect/>
          <a:stretch>
            <a:fillRect/>
          </a:stretch>
        </p:blipFill>
        <p:spPr>
          <a:xfrm>
            <a:off x="176357" y="223695"/>
            <a:ext cx="1347643" cy="690705"/>
          </a:xfrm>
          <a:prstGeom prst="rect">
            <a:avLst/>
          </a:prstGeom>
        </p:spPr>
      </p:pic>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334E1171-3674-46E5-B13D-81277BBA0B27}" type="datetime1">
              <a:rPr lang="en-US" smtClean="0"/>
            </a:fld>
            <a:endParaRPr lang="en-US"/>
          </a:p>
        </p:txBody>
      </p:sp>
      <p:sp>
        <p:nvSpPr>
          <p:cNvPr id="6" name="Footer Placeholder 5"/>
          <p:cNvSpPr>
            <a:spLocks noGrp="1"/>
          </p:cNvSpPr>
          <p:nvPr>
            <p:ph type="ftr" sz="quarter" idx="11"/>
          </p:nvPr>
        </p:nvSpPr>
        <p:spPr/>
        <p:txBody>
          <a:bodyPr/>
          <a:lstStyle/>
          <a:p>
            <a:r>
              <a:rPr lang="en-US" dirty="0" smtClean="0"/>
              <a:t>MCA_Sem -3(MC03094171)</a:t>
            </a:r>
            <a:endParaRPr lang="en-US" dirty="0"/>
          </a:p>
        </p:txBody>
      </p:sp>
      <p:sp>
        <p:nvSpPr>
          <p:cNvPr id="7" name="Slide Number Placeholder 6"/>
          <p:cNvSpPr>
            <a:spLocks noGrp="1"/>
          </p:cNvSpPr>
          <p:nvPr>
            <p:ph type="sldNum" sz="quarter" idx="12"/>
          </p:nvPr>
        </p:nvSpPr>
        <p:spPr/>
        <p:txBody>
          <a:bodyPr/>
          <a:lstStyle/>
          <a:p>
            <a:fld id="{1BAA1833-0C55-4379-8FF7-BF747DEFF2D2}" type="slidenum">
              <a:rPr lang="en-US" smtClean="0"/>
            </a:fld>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86644" y="52458"/>
            <a:ext cx="1166743" cy="1166743"/>
          </a:xfrm>
          <a:prstGeom prst="ellipse">
            <a:avLst/>
          </a:prstGeom>
        </p:spPr>
      </p:pic>
      <p:sp>
        <p:nvSpPr>
          <p:cNvPr id="9" name="Footer Placeholder 4"/>
          <p:cNvSpPr txBox="1"/>
          <p:nvPr userDrawn="1"/>
        </p:nvSpPr>
        <p:spPr>
          <a:xfrm>
            <a:off x="25400" y="6467475"/>
            <a:ext cx="2514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MCA_Sem – 3 (MC03094171)</a:t>
            </a:r>
            <a:endParaRPr 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590800"/>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10" name="Date Placeholder 9"/>
          <p:cNvSpPr>
            <a:spLocks noGrp="1"/>
          </p:cNvSpPr>
          <p:nvPr>
            <p:ph type="dt" sz="half" idx="10"/>
          </p:nvPr>
        </p:nvSpPr>
        <p:spPr/>
        <p:txBody>
          <a:bodyPr/>
          <a:lstStyle/>
          <a:p>
            <a:fld id="{CAE09312-E2C8-49BE-B0C9-6BA788B40DF1}" type="datetime1">
              <a:rPr lang="en-US" smtClean="0"/>
            </a:fld>
            <a:endParaRPr lang="en-US"/>
          </a:p>
        </p:txBody>
      </p:sp>
      <p:sp>
        <p:nvSpPr>
          <p:cNvPr id="11" name="Footer Placeholder 10"/>
          <p:cNvSpPr>
            <a:spLocks noGrp="1"/>
          </p:cNvSpPr>
          <p:nvPr>
            <p:ph type="ftr" sz="quarter" idx="11"/>
          </p:nvPr>
        </p:nvSpPr>
        <p:spPr/>
        <p:txBody>
          <a:bodyPr/>
          <a:lstStyle/>
          <a:p>
            <a:r>
              <a:rPr lang="en-US" dirty="0" smtClean="0"/>
              <a:t>MCA_Sem -3(MC03094171)</a:t>
            </a:r>
            <a:endParaRPr lang="en-US" dirty="0"/>
          </a:p>
        </p:txBody>
      </p:sp>
      <p:sp>
        <p:nvSpPr>
          <p:cNvPr id="12" name="Slide Number Placeholder 11"/>
          <p:cNvSpPr>
            <a:spLocks noGrp="1"/>
          </p:cNvSpPr>
          <p:nvPr>
            <p:ph type="sldNum" sz="quarter" idx="12"/>
          </p:nvPr>
        </p:nvSpPr>
        <p:spPr/>
        <p:txBody>
          <a:bodyPr/>
          <a:lstStyle/>
          <a:p>
            <a:fld id="{1BAA1833-0C55-4379-8FF7-BF747DEFF2D2}" type="slidenum">
              <a:rPr lang="en-US" smtClean="0"/>
            </a:fld>
            <a:endParaRPr 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9" name="Date Placeholder 8"/>
          <p:cNvSpPr>
            <a:spLocks noGrp="1"/>
          </p:cNvSpPr>
          <p:nvPr>
            <p:ph type="dt" sz="half" idx="10"/>
          </p:nvPr>
        </p:nvSpPr>
        <p:spPr/>
        <p:txBody>
          <a:bodyPr/>
          <a:lstStyle/>
          <a:p>
            <a:fld id="{CAE09312-E2C8-49BE-B0C9-6BA788B40DF1}" type="datetime1">
              <a:rPr lang="en-US" smtClean="0"/>
            </a:fld>
            <a:endParaRPr lang="en-US"/>
          </a:p>
        </p:txBody>
      </p:sp>
      <p:sp>
        <p:nvSpPr>
          <p:cNvPr id="10" name="Footer Placeholder 9"/>
          <p:cNvSpPr>
            <a:spLocks noGrp="1"/>
          </p:cNvSpPr>
          <p:nvPr>
            <p:ph type="ftr" sz="quarter" idx="11"/>
          </p:nvPr>
        </p:nvSpPr>
        <p:spPr/>
        <p:txBody>
          <a:bodyPr/>
          <a:lstStyle/>
          <a:p>
            <a:r>
              <a:rPr lang="en-US" dirty="0" smtClean="0"/>
              <a:t>MCA_Sem -3(MC03094171)</a:t>
            </a:r>
            <a:endParaRPr lang="en-US" dirty="0"/>
          </a:p>
        </p:txBody>
      </p:sp>
      <p:sp>
        <p:nvSpPr>
          <p:cNvPr id="11" name="Slide Number Placeholder 10"/>
          <p:cNvSpPr>
            <a:spLocks noGrp="1"/>
          </p:cNvSpPr>
          <p:nvPr>
            <p:ph type="sldNum" sz="quarter" idx="12"/>
          </p:nvPr>
        </p:nvSpPr>
        <p:spPr/>
        <p:txBody>
          <a:bodyPr/>
          <a:lstStyle/>
          <a:p>
            <a:fld id="{1BAA1833-0C55-4379-8FF7-BF747DEFF2D2}" type="slidenum">
              <a:rPr lang="en-US" smtClean="0"/>
            </a:fld>
            <a:endParaRPr lang="en-US"/>
          </a:p>
        </p:txBody>
      </p:sp>
      <p:sp>
        <p:nvSpPr>
          <p:cNvPr id="12" name="Footer Placeholder 4"/>
          <p:cNvSpPr txBox="1"/>
          <p:nvPr userDrawn="1"/>
        </p:nvSpPr>
        <p:spPr>
          <a:xfrm>
            <a:off x="25400" y="6467475"/>
            <a:ext cx="2514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MCA_Sem – 3 (MC03094171)</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CF9190-6720-410A-BBD7-A0EF3E694E94}" type="datetime1">
              <a:rPr lang="en-US" smtClean="0"/>
            </a:fld>
            <a:endParaRPr lang="en-US"/>
          </a:p>
        </p:txBody>
      </p:sp>
      <p:sp>
        <p:nvSpPr>
          <p:cNvPr id="3" name="Footer Placeholder 2"/>
          <p:cNvSpPr>
            <a:spLocks noGrp="1"/>
          </p:cNvSpPr>
          <p:nvPr>
            <p:ph type="ftr" sz="quarter" idx="11"/>
          </p:nvPr>
        </p:nvSpPr>
        <p:spPr/>
        <p:txBody>
          <a:bodyPr/>
          <a:lstStyle/>
          <a:p>
            <a:r>
              <a:rPr lang="en-US" dirty="0" smtClean="0"/>
              <a:t>MCA_Sem -3(MC03094171)</a:t>
            </a:r>
            <a:endParaRPr lang="en-US" dirty="0"/>
          </a:p>
        </p:txBody>
      </p:sp>
      <p:sp>
        <p:nvSpPr>
          <p:cNvPr id="4" name="Slide Number Placeholder 3"/>
          <p:cNvSpPr>
            <a:spLocks noGrp="1"/>
          </p:cNvSpPr>
          <p:nvPr>
            <p:ph type="sldNum" sz="quarter" idx="12"/>
          </p:nvPr>
        </p:nvSpPr>
        <p:spPr/>
        <p:txBody>
          <a:bodyPr/>
          <a:lstStyle/>
          <a:p>
            <a:fld id="{1BAA1833-0C55-4379-8FF7-BF747DEFF2D2}" type="slidenum">
              <a:rPr lang="en-US" smtClean="0"/>
            </a:fld>
            <a:endParaRPr lang="en-US"/>
          </a:p>
        </p:txBody>
      </p:sp>
      <p:sp>
        <p:nvSpPr>
          <p:cNvPr id="5" name="Footer Placeholder 4"/>
          <p:cNvSpPr txBox="1"/>
          <p:nvPr userDrawn="1"/>
        </p:nvSpPr>
        <p:spPr>
          <a:xfrm>
            <a:off x="25400" y="6467475"/>
            <a:ext cx="2514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MCA_Sem – 3 (MC03094171)</a:t>
            </a:r>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1791492-9055-42A8-B479-2002DC082735}" type="datetime1">
              <a:rPr lang="en-US" smtClean="0"/>
            </a:fld>
            <a:endParaRPr lang="en-US"/>
          </a:p>
        </p:txBody>
      </p:sp>
      <p:sp>
        <p:nvSpPr>
          <p:cNvPr id="6" name="Footer Placeholder 5"/>
          <p:cNvSpPr>
            <a:spLocks noGrp="1"/>
          </p:cNvSpPr>
          <p:nvPr>
            <p:ph type="ftr" sz="quarter" idx="11"/>
          </p:nvPr>
        </p:nvSpPr>
        <p:spPr/>
        <p:txBody>
          <a:bodyPr/>
          <a:lstStyle/>
          <a:p>
            <a:r>
              <a:rPr lang="en-US" dirty="0" smtClean="0"/>
              <a:t>MCA_Sem -3(MC03094171)</a:t>
            </a:r>
            <a:endParaRPr lang="en-US" dirty="0"/>
          </a:p>
        </p:txBody>
      </p:sp>
      <p:sp>
        <p:nvSpPr>
          <p:cNvPr id="7" name="Slide Number Placeholder 6"/>
          <p:cNvSpPr>
            <a:spLocks noGrp="1"/>
          </p:cNvSpPr>
          <p:nvPr>
            <p:ph type="sldNum" sz="quarter" idx="12"/>
          </p:nvPr>
        </p:nvSpPr>
        <p:spPr/>
        <p:txBody>
          <a:bodyPr/>
          <a:lstStyle/>
          <a:p>
            <a:fld id="{1BAA1833-0C55-4379-8FF7-BF747DEFF2D2}" type="slidenum">
              <a:rPr lang="en-US" smtClean="0"/>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8" name="Date Placeholder 7"/>
          <p:cNvSpPr>
            <a:spLocks noGrp="1"/>
          </p:cNvSpPr>
          <p:nvPr>
            <p:ph type="dt" sz="half" idx="10"/>
          </p:nvPr>
        </p:nvSpPr>
        <p:spPr/>
        <p:txBody>
          <a:bodyPr/>
          <a:lstStyle/>
          <a:p>
            <a:fld id="{BCF2296F-8DD2-47CC-8869-CD86D80433B8}" type="datetime1">
              <a:rPr lang="en-US" smtClean="0"/>
            </a:fld>
            <a:endParaRPr lang="en-US"/>
          </a:p>
        </p:txBody>
      </p:sp>
      <p:sp>
        <p:nvSpPr>
          <p:cNvPr id="9" name="Slide Number Placeholder 8"/>
          <p:cNvSpPr>
            <a:spLocks noGrp="1"/>
          </p:cNvSpPr>
          <p:nvPr>
            <p:ph type="sldNum" sz="quarter" idx="11"/>
          </p:nvPr>
        </p:nvSpPr>
        <p:spPr/>
        <p:txBody>
          <a:bodyPr/>
          <a:lstStyle/>
          <a:p>
            <a:fld id="{1BAA1833-0C55-4379-8FF7-BF747DEFF2D2}" type="slidenum">
              <a:rPr lang="en-US" smtClean="0"/>
            </a:fld>
            <a:endParaRPr lang="en-US"/>
          </a:p>
        </p:txBody>
      </p:sp>
      <p:sp>
        <p:nvSpPr>
          <p:cNvPr id="10" name="Footer Placeholder 9"/>
          <p:cNvSpPr>
            <a:spLocks noGrp="1"/>
          </p:cNvSpPr>
          <p:nvPr>
            <p:ph type="ftr" sz="quarter" idx="12"/>
          </p:nvPr>
        </p:nvSpPr>
        <p:spPr/>
        <p:txBody>
          <a:bodyPr/>
          <a:lstStyle/>
          <a:p>
            <a:r>
              <a:rPr lang="en-US" dirty="0" smtClean="0"/>
              <a:t>MCA_Sem -3(MC03094171)</a:t>
            </a:r>
            <a:endParaRPr lang="en-US" dirty="0"/>
          </a:p>
        </p:txBody>
      </p:sp>
      <p:sp>
        <p:nvSpPr>
          <p:cNvPr id="11" name="Footer Placeholder 4"/>
          <p:cNvSpPr txBox="1"/>
          <p:nvPr userDrawn="1"/>
        </p:nvSpPr>
        <p:spPr>
          <a:xfrm>
            <a:off x="25400" y="6467475"/>
            <a:ext cx="2514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smtClean="0"/>
              <a:t>MCA_Sem – 3 (MC03094171)</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E7DD370-1D43-4622-BE40-253CFBF57727}"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1BAA1833-0C55-4379-8FF7-BF747DEFF2D2}" type="slidenum">
              <a:rPr lang="en-US" smtClean="0"/>
            </a:fld>
            <a:endParaRPr lang="en-U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1FAD481-7358-4AA4-80DF-B289849FB7DA}"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1BAA1833-0C55-4379-8FF7-BF747DEFF2D2}" type="slidenum">
              <a:rPr lang="en-US" smtClean="0"/>
            </a:fld>
            <a:endParaRPr lang="en-U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AE09312-E2C8-49BE-B0C9-6BA788B40DF1}"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1BAA1833-0C55-4379-8FF7-BF747DEFF2D2}"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CB06F25-150B-4644-9320-4E29AE3B58F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CB06F25-150B-4644-9320-4E29AE3B58F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5" name="Footer Placeholder 4"/>
          <p:cNvSpPr>
            <a:spLocks noGrp="1"/>
          </p:cNvSpPr>
          <p:nvPr>
            <p:ph type="ftr" sz="quarter" idx="11"/>
          </p:nvPr>
        </p:nvSpPr>
        <p:spPr>
          <a:xfrm>
            <a:off x="152400" y="6400800"/>
            <a:ext cx="2895600" cy="365125"/>
          </a:xfrm>
        </p:spPr>
        <p:txBody>
          <a:bodyPr/>
          <a:lstStyle/>
          <a:p>
            <a:r>
              <a:rPr lang="en-US" smtClean="0"/>
              <a:t>MCA_Sem-3 (MC03094171)</a:t>
            </a:r>
            <a:endParaRPr lang="en-US" dirty="0"/>
          </a:p>
        </p:txBody>
      </p:sp>
      <p:sp>
        <p:nvSpPr>
          <p:cNvPr id="6" name="Slide Number Placeholder 5"/>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3E5E57F-6B94-45B8-B6AB-A4B12B6C54BE}" type="slidenum">
              <a:rPr lang="en-US" smtClean="0"/>
            </a:fld>
            <a:endParaRPr lang="en-US"/>
          </a:p>
        </p:txBody>
      </p:sp>
      <p:sp>
        <p:nvSpPr>
          <p:cNvPr id="8" name="Date Placeholder 3"/>
          <p:cNvSpPr txBox="1"/>
          <p:nvPr userDrawn="1"/>
        </p:nvSpPr>
        <p:spPr>
          <a:xfrm>
            <a:off x="838200" y="601980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CB06F25-150B-4644-9320-4E29AE3B58FD}"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CB06F25-150B-4644-9320-4E29AE3B58FD}"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B06F25-150B-4644-9320-4E29AE3B58FD}"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CB06F25-150B-4644-9320-4E29AE3B58F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CB06F25-150B-4644-9320-4E29AE3B58FD}"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CB06F25-150B-4644-9320-4E29AE3B58F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CB06F25-150B-4644-9320-4E29AE3B58FD}"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E5E57F-6B94-45B8-B6AB-A4B12B6C54BE}" type="slidenum">
              <a:rPr lang="en-US" smtClean="0"/>
            </a:fld>
            <a:endParaRPr lang="en-US"/>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E2B4CA6-2C0F-4D17-8E09-8A48D0D645B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E2B4CA6-2C0F-4D17-8E09-8A48D0D645B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E2B4CA6-2C0F-4D17-8E09-8A48D0D645B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E2B4CA6-2C0F-4D17-8E09-8A48D0D645B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E2B4CA6-2C0F-4D17-8E09-8A48D0D645BA}"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E2B4CA6-2C0F-4D17-8E09-8A48D0D645BA}"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2B4CA6-2C0F-4D17-8E09-8A48D0D645BA}"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E2B4CA6-2C0F-4D17-8E09-8A48D0D645B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E2B4CA6-2C0F-4D17-8E09-8A48D0D645BA}"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E2B4CA6-2C0F-4D17-8E09-8A48D0D645B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E2B4CA6-2C0F-4D17-8E09-8A48D0D645BA}"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10111B-63F8-49FB-B907-FF7A3A92666E}"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5" name="Footer Placeholder 4"/>
          <p:cNvSpPr>
            <a:spLocks noGrp="1"/>
          </p:cNvSpPr>
          <p:nvPr>
            <p:ph type="ftr" sz="quarter" idx="11"/>
          </p:nvPr>
        </p:nvSpPr>
        <p:spPr>
          <a:xfrm>
            <a:off x="152400" y="6400800"/>
            <a:ext cx="2514600" cy="365125"/>
          </a:xfrm>
        </p:spPr>
        <p:txBody>
          <a:bodyPr/>
          <a:lstStyle/>
          <a:p>
            <a:r>
              <a:rPr lang="en-US" dirty="0" smtClean="0"/>
              <a:t>MCA_Sem – 3 (MC03094171)</a:t>
            </a:r>
            <a:endParaRPr lang="en-US" dirty="0"/>
          </a:p>
        </p:txBody>
      </p:sp>
    </p:spTree>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87E3B6F-14C4-4890-A0E9-BFDDDD730C3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A87E3B6F-14C4-4890-A0E9-BFDDDD730C3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A87E3B6F-14C4-4890-A0E9-BFDDDD730C3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A87E3B6F-14C4-4890-A0E9-BFDDDD730C3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7E3B6F-14C4-4890-A0E9-BFDDDD730C3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7E3B6F-14C4-4890-A0E9-BFDDDD730C3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87E3B6F-14C4-4890-A0E9-BFDDDD730C3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87E3B6F-14C4-4890-A0E9-BFDDDD730C3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87E3B6F-14C4-4890-A0E9-BFDDDD730C3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A87E3B6F-14C4-4890-A0E9-BFDDDD730C3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7CB4D9D-07E0-4A96-8D2A-3930BE786CFE}" type="slidenum">
              <a:rPr lang="en-US" smtClean="0"/>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C52F633-C7CE-4AB2-9373-D2AB4AF75BEA}"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91318C5-1BEE-4C80-B005-B6A66C80DD7A}"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FBE95ADD-2E22-4C73-BDD2-FB60BD9DA67C}"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AF8ED2FD-0D5B-4F92-A8F1-32BD31A65A80}" type="datetime1">
              <a:rPr lang="en-US" smtClean="0"/>
            </a:fld>
            <a:endParaRPr lang="en-US"/>
          </a:p>
        </p:txBody>
      </p:sp>
      <p:sp>
        <p:nvSpPr>
          <p:cNvPr id="6" name="Footer Placeholder 5"/>
          <p:cNvSpPr>
            <a:spLocks noGrp="1"/>
          </p:cNvSpPr>
          <p:nvPr>
            <p:ph type="ftr" sz="quarter" idx="11"/>
          </p:nvPr>
        </p:nvSpPr>
        <p:spPr/>
        <p:txBody>
          <a:bodyPr/>
          <a:lstStyle/>
          <a:p>
            <a:r>
              <a:rPr lang="en-US" dirty="0" smtClean="0"/>
              <a:t>MCA_Sem -3(MC03094171)</a:t>
            </a:r>
            <a:endParaRPr lang="en-US" dirty="0"/>
          </a:p>
        </p:txBody>
      </p:sp>
      <p:sp>
        <p:nvSpPr>
          <p:cNvPr id="7" name="Slide Number Placeholder 6"/>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D4580CE0-FF7C-4A74-B2FD-A5D19A8DA956}" type="datetime1">
              <a:rPr lang="en-US" smtClean="0"/>
            </a:fld>
            <a:endParaRPr lang="en-US"/>
          </a:p>
        </p:txBody>
      </p:sp>
      <p:sp>
        <p:nvSpPr>
          <p:cNvPr id="8" name="Footer Placeholder 7"/>
          <p:cNvSpPr>
            <a:spLocks noGrp="1"/>
          </p:cNvSpPr>
          <p:nvPr>
            <p:ph type="ftr" sz="quarter" idx="11"/>
          </p:nvPr>
        </p:nvSpPr>
        <p:spPr/>
        <p:txBody>
          <a:bodyPr/>
          <a:lstStyle/>
          <a:p>
            <a:r>
              <a:rPr lang="en-US" dirty="0" smtClean="0"/>
              <a:t>MCA_Sem -3(MC03094171)</a:t>
            </a:r>
            <a:endParaRPr lang="en-US" dirty="0"/>
          </a:p>
        </p:txBody>
      </p:sp>
      <p:sp>
        <p:nvSpPr>
          <p:cNvPr id="9" name="Slide Number Placeholder 8"/>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D21F27-1C68-4CFC-B054-B5A64E7DB9EC}" type="datetime1">
              <a:rPr lang="en-US" smtClean="0"/>
            </a:fld>
            <a:endParaRPr lang="en-US"/>
          </a:p>
        </p:txBody>
      </p:sp>
      <p:sp>
        <p:nvSpPr>
          <p:cNvPr id="4" name="Footer Placeholder 3"/>
          <p:cNvSpPr>
            <a:spLocks noGrp="1"/>
          </p:cNvSpPr>
          <p:nvPr>
            <p:ph type="ftr" sz="quarter" idx="11"/>
          </p:nvPr>
        </p:nvSpPr>
        <p:spPr/>
        <p:txBody>
          <a:bodyPr/>
          <a:lstStyle/>
          <a:p>
            <a:r>
              <a:rPr lang="en-US" dirty="0" smtClean="0"/>
              <a:t>MCA_Sem -3(MC03094171)</a:t>
            </a:r>
            <a:endParaRPr lang="en-US" dirty="0"/>
          </a:p>
        </p:txBody>
      </p:sp>
      <p:sp>
        <p:nvSpPr>
          <p:cNvPr id="5" name="Slide Number Placeholder 4"/>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97555B-85EF-4733-BD76-051AF693498E}" type="datetime1">
              <a:rPr lang="en-US" smtClean="0"/>
            </a:fld>
            <a:endParaRPr lang="en-US"/>
          </a:p>
        </p:txBody>
      </p:sp>
      <p:sp>
        <p:nvSpPr>
          <p:cNvPr id="3" name="Footer Placeholder 2"/>
          <p:cNvSpPr>
            <a:spLocks noGrp="1"/>
          </p:cNvSpPr>
          <p:nvPr>
            <p:ph type="ftr" sz="quarter" idx="11"/>
          </p:nvPr>
        </p:nvSpPr>
        <p:spPr/>
        <p:txBody>
          <a:bodyPr/>
          <a:lstStyle/>
          <a:p>
            <a:r>
              <a:rPr lang="en-US" dirty="0" smtClean="0"/>
              <a:t>MCA_Sem -3(MC03094171)</a:t>
            </a:r>
            <a:endParaRPr lang="en-US" dirty="0"/>
          </a:p>
        </p:txBody>
      </p:sp>
      <p:sp>
        <p:nvSpPr>
          <p:cNvPr id="4" name="Slide Number Placeholder 3"/>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22A59A73-F4C5-436E-84AB-4FE81B449442}" type="datetime1">
              <a:rPr lang="en-US" smtClean="0"/>
            </a:fld>
            <a:endParaRPr lang="en-US"/>
          </a:p>
        </p:txBody>
      </p:sp>
      <p:sp>
        <p:nvSpPr>
          <p:cNvPr id="6" name="Footer Placeholder 5"/>
          <p:cNvSpPr>
            <a:spLocks noGrp="1"/>
          </p:cNvSpPr>
          <p:nvPr>
            <p:ph type="ftr" sz="quarter" idx="11"/>
          </p:nvPr>
        </p:nvSpPr>
        <p:spPr/>
        <p:txBody>
          <a:bodyPr/>
          <a:lstStyle/>
          <a:p>
            <a:r>
              <a:rPr lang="en-US" dirty="0" smtClean="0"/>
              <a:t>MCA_Sem -3(MC03094171)</a:t>
            </a:r>
            <a:endParaRPr lang="en-US" dirty="0"/>
          </a:p>
        </p:txBody>
      </p:sp>
      <p:sp>
        <p:nvSpPr>
          <p:cNvPr id="7" name="Slide Number Placeholder 6"/>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52B9711-0FB7-4B28-9B03-8E08B396E4C8}" type="datetime1">
              <a:rPr lang="en-US" smtClean="0"/>
            </a:fld>
            <a:endParaRPr lang="en-US"/>
          </a:p>
        </p:txBody>
      </p:sp>
      <p:sp>
        <p:nvSpPr>
          <p:cNvPr id="6" name="Footer Placeholder 5"/>
          <p:cNvSpPr>
            <a:spLocks noGrp="1"/>
          </p:cNvSpPr>
          <p:nvPr>
            <p:ph type="ftr" sz="quarter" idx="11"/>
          </p:nvPr>
        </p:nvSpPr>
        <p:spPr/>
        <p:txBody>
          <a:bodyPr/>
          <a:lstStyle/>
          <a:p>
            <a:r>
              <a:rPr lang="en-US" dirty="0" smtClean="0"/>
              <a:t>MCA_Sem -3(MC03094171)</a:t>
            </a:r>
            <a:endParaRPr lang="en-US" dirty="0"/>
          </a:p>
        </p:txBody>
      </p:sp>
      <p:sp>
        <p:nvSpPr>
          <p:cNvPr id="7" name="Slide Number Placeholder 6"/>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5434850-AE8A-4D36-816D-5F0073657E05}"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A7A33E6-636D-47C9-8B92-3C7C11874307}" type="datetime1">
              <a:rPr lang="en-US" smtClean="0"/>
            </a:fld>
            <a:endParaRPr lang="en-US"/>
          </a:p>
        </p:txBody>
      </p:sp>
      <p:sp>
        <p:nvSpPr>
          <p:cNvPr id="5" name="Footer Placeholder 4"/>
          <p:cNvSpPr>
            <a:spLocks noGrp="1"/>
          </p:cNvSpPr>
          <p:nvPr>
            <p:ph type="ftr" sz="quarter" idx="11"/>
          </p:nvPr>
        </p:nvSpPr>
        <p:spPr/>
        <p:txBody>
          <a:bodyPr/>
          <a:lstStyle/>
          <a:p>
            <a:r>
              <a:rPr lang="en-US" dirty="0" smtClean="0"/>
              <a:t>MCA_Sem -3(MC03094171)</a:t>
            </a:r>
            <a:endParaRPr lang="en-US" dirty="0"/>
          </a:p>
        </p:txBody>
      </p:sp>
      <p:sp>
        <p:nvSpPr>
          <p:cNvPr id="6" name="Slide Number Placeholder 5"/>
          <p:cNvSpPr>
            <a:spLocks noGrp="1"/>
          </p:cNvSpPr>
          <p:nvPr>
            <p:ph type="sldNum" sz="quarter" idx="12"/>
          </p:nvPr>
        </p:nvSpPr>
        <p:spPr/>
        <p:txBody>
          <a:bodyPr/>
          <a:lstStyle/>
          <a:p>
            <a:fld id="{B362410A-C9B2-4F68-87E6-DC62EC8CE607}"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2" Type="http://schemas.openxmlformats.org/officeDocument/2006/relationships/theme" Target="../theme/theme3.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3.xml"/><Relationship Id="rId8" Type="http://schemas.openxmlformats.org/officeDocument/2006/relationships/slideLayout" Target="../slideLayouts/slideLayout42.xml"/><Relationship Id="rId7" Type="http://schemas.openxmlformats.org/officeDocument/2006/relationships/slideLayout" Target="../slideLayouts/slideLayout41.xml"/><Relationship Id="rId6" Type="http://schemas.openxmlformats.org/officeDocument/2006/relationships/slideLayout" Target="../slideLayouts/slideLayout40.xml"/><Relationship Id="rId5" Type="http://schemas.openxmlformats.org/officeDocument/2006/relationships/slideLayout" Target="../slideLayouts/slideLayout39.xml"/><Relationship Id="rId4" Type="http://schemas.openxmlformats.org/officeDocument/2006/relationships/slideLayout" Target="../slideLayouts/slideLayout38.xml"/><Relationship Id="rId3" Type="http://schemas.openxmlformats.org/officeDocument/2006/relationships/slideLayout" Target="../slideLayouts/slideLayout37.xml"/><Relationship Id="rId2" Type="http://schemas.openxmlformats.org/officeDocument/2006/relationships/slideLayout" Target="../slideLayouts/slideLayout36.xml"/><Relationship Id="rId12" Type="http://schemas.openxmlformats.org/officeDocument/2006/relationships/theme" Target="../theme/theme4.xml"/><Relationship Id="rId11" Type="http://schemas.openxmlformats.org/officeDocument/2006/relationships/slideLayout" Target="../slideLayouts/slideLayout45.xml"/><Relationship Id="rId10" Type="http://schemas.openxmlformats.org/officeDocument/2006/relationships/slideLayout" Target="../slideLayouts/slideLayout44.xml"/><Relationship Id="rId1" Type="http://schemas.openxmlformats.org/officeDocument/2006/relationships/slideLayout" Target="../slideLayouts/slideLayout35.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2" Type="http://schemas.openxmlformats.org/officeDocument/2006/relationships/theme" Target="../theme/theme5.xml"/><Relationship Id="rId11" Type="http://schemas.openxmlformats.org/officeDocument/2006/relationships/slideLayout" Target="../slideLayouts/slideLayout56.xml"/><Relationship Id="rId10" Type="http://schemas.openxmlformats.org/officeDocument/2006/relationships/slideLayout" Target="../slideLayouts/slideLayout55.xml"/><Relationship Id="rId1"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BAA1833-0C55-4379-8FF7-BF747DEFF2D2}" type="slidenum">
              <a:rPr lang="en-US" smtClean="0"/>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dirty="0" smtClean="0"/>
              <a:t>MCA_Sem -3(MC03094171)</a:t>
            </a:r>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CAE09312-E2C8-49BE-B0C9-6BA788B40DF1}" type="datetime1">
              <a:rPr lang="en-US" smtClean="0"/>
            </a:fld>
            <a:endParaRPr lang="en-US"/>
          </a:p>
        </p:txBody>
      </p:sp>
      <p:pic>
        <p:nvPicPr>
          <p:cNvPr id="9" name="image1.jpg"/>
          <p:cNvPicPr/>
          <p:nvPr userDrawn="1"/>
        </p:nvPicPr>
        <p:blipFill>
          <a:blip r:embed="rId13"/>
          <a:srcRect/>
          <a:stretch>
            <a:fillRect/>
          </a:stretch>
        </p:blipFill>
        <p:spPr>
          <a:xfrm>
            <a:off x="176357" y="223695"/>
            <a:ext cx="1347643" cy="69070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iming>
    <p:tnLst>
      <p:par>
        <p:cTn id="1" dur="indefinite" restart="never" nodeType="tmRoot"/>
      </p:par>
    </p:tnLst>
  </p:timing>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B06F25-150B-4644-9320-4E29AE3B58FD}"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E5E57F-6B94-45B8-B6AB-A4B12B6C54B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2B4CA6-2C0F-4D17-8E09-8A48D0D645BA}"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0111B-63F8-49FB-B907-FF7A3A92666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7E3B6F-14C4-4890-A0E9-BFDDDD730C37}"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CB4D9D-07E0-4A96-8D2A-3930BE786CF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307714-4E37-4A5E-B400-284E71D5E3B9}" type="datetime1">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smtClean="0"/>
              <a:t>MCA_Sem -3(MC03094171)</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362410A-C9B2-4F68-87E6-DC62EC8CE60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iming>
    <p:tnLst>
      <p:par>
        <p:cTn id="1" dur="indefinite" restart="never" nodeType="tmRoot"/>
      </p:par>
    </p:tnLst>
  </p:timing>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itle 1"/>
          <p:cNvSpPr>
            <a:spLocks noGrp="1"/>
          </p:cNvSpPr>
          <p:nvPr/>
        </p:nvSpPr>
        <p:spPr>
          <a:xfrm>
            <a:off x="2970212" y="5813075"/>
            <a:ext cx="6477000" cy="1143000"/>
          </a:xfrm>
          <a:prstGeom prst="rect">
            <a:avLst/>
          </a:prstGeom>
        </p:spPr>
        <p:txBody>
          <a:bodyPr vert="horz" lIns="91440" tIns="45720" rIns="91440" bIns="45720"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algn="ctr"/>
            <a:br>
              <a:rPr lang="en-US" sz="1800" dirty="0"/>
            </a:br>
            <a:br>
              <a:rPr lang="en-US" sz="1800" dirty="0"/>
            </a:br>
            <a:br>
              <a:rPr lang="en-IN" sz="1800" dirty="0"/>
            </a:br>
            <a:r>
              <a:rPr lang="en-US" sz="1800" dirty="0"/>
              <a:t>  </a:t>
            </a:r>
            <a:br>
              <a:rPr lang="en-US" sz="1800" dirty="0"/>
            </a:br>
            <a:endParaRPr lang="en-US" sz="1800" dirty="0"/>
          </a:p>
        </p:txBody>
      </p:sp>
      <p:sp>
        <p:nvSpPr>
          <p:cNvPr id="31" name="Subtitle 2"/>
          <p:cNvSpPr>
            <a:spLocks noGrp="1"/>
          </p:cNvSpPr>
          <p:nvPr/>
        </p:nvSpPr>
        <p:spPr>
          <a:xfrm>
            <a:off x="496501" y="5298018"/>
            <a:ext cx="3273425" cy="1066800"/>
          </a:xfrm>
          <a:prstGeom prst="rect">
            <a:avLst/>
          </a:prstGeom>
        </p:spPr>
        <p:txBody>
          <a:bodyPr vert="horz" lIns="91440" tIns="45720" rIns="91440" bIns="45720" rtlCol="0" anchor="t">
            <a:normAutofit fontScale="90000"/>
          </a:bodyPr>
          <a:lstStyle>
            <a:lvl1pPr marL="0" indent="0" algn="l" defTabSz="914400" rtl="0" eaLnBrk="1" latinLnBrk="0" hangingPunct="1">
              <a:spcBef>
                <a:spcPct val="20000"/>
              </a:spcBef>
              <a:buClr>
                <a:schemeClr val="accent1"/>
              </a:buClr>
              <a:buFont typeface="Arial" panose="020B0604020202020204"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anose="020B0604020202020204"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anose="020B0604020202020204"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anose="020B0604020202020204"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anose="020B0604020202020204"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anose="020B0604020202020204" pitchFamily="34" charset="0"/>
              <a:buNone/>
              <a:defRPr sz="1400" kern="1200">
                <a:solidFill>
                  <a:schemeClr val="tx1">
                    <a:tint val="75000"/>
                  </a:schemeClr>
                </a:solidFill>
                <a:latin typeface="+mn-lt"/>
                <a:ea typeface="+mn-ea"/>
                <a:cs typeface="+mn-cs"/>
              </a:defRPr>
            </a:lvl9pPr>
          </a:lstStyle>
          <a:p>
            <a:r>
              <a:rPr lang="en-US" dirty="0">
                <a:latin typeface="Times New Roman" panose="02020603050405020304" charset="0"/>
                <a:cs typeface="Times New Roman" panose="02020603050405020304" charset="0"/>
              </a:rPr>
              <a:t>  </a:t>
            </a:r>
            <a:endParaRPr lang="en-US" dirty="0">
              <a:latin typeface="Times New Roman" panose="02020603050405020304" charset="0"/>
              <a:cs typeface="Times New Roman" panose="02020603050405020304" charset="0"/>
            </a:endParaRPr>
          </a:p>
          <a:p>
            <a:r>
              <a:rPr lang="en-US" b="1" spc="-100" dirty="0">
                <a:solidFill>
                  <a:schemeClr val="tx1"/>
                </a:solidFill>
                <a:latin typeface="Times New Roman" panose="02020603050405020304" charset="0"/>
                <a:ea typeface="+mj-ea"/>
                <a:cs typeface="Times New Roman" panose="02020603050405020304" charset="0"/>
              </a:rPr>
              <a:t>Name  of  Internal   Guide</a:t>
            </a:r>
            <a:r>
              <a:rPr lang="en-US" b="1" dirty="0">
                <a:solidFill>
                  <a:schemeClr val="tx1"/>
                </a:solidFill>
                <a:latin typeface="Times New Roman" panose="02020603050405020304" charset="0"/>
                <a:cs typeface="Times New Roman" panose="02020603050405020304" charset="0"/>
              </a:rPr>
              <a:t> :</a:t>
            </a:r>
            <a:endParaRPr lang="en-US" b="1" dirty="0">
              <a:solidFill>
                <a:schemeClr val="tx1"/>
              </a:solidFill>
              <a:latin typeface="Times New Roman" panose="02020603050405020304" charset="0"/>
              <a:cs typeface="Times New Roman" panose="02020603050405020304" charset="0"/>
            </a:endParaRPr>
          </a:p>
          <a:p>
            <a:r>
              <a:rPr lang="en-US" sz="1800" spc="-100" dirty="0">
                <a:solidFill>
                  <a:schemeClr val="tx1"/>
                </a:solidFill>
                <a:latin typeface="Times New Roman" panose="02020603050405020304" charset="0"/>
                <a:ea typeface="+mj-ea"/>
                <a:cs typeface="Times New Roman" panose="02020603050405020304" charset="0"/>
                <a:sym typeface="+mn-ea"/>
              </a:rPr>
              <a:t>Asst. Prof. </a:t>
            </a:r>
            <a:r>
              <a:rPr lang="en-US" sz="1800" spc="-100" dirty="0" err="1">
                <a:solidFill>
                  <a:schemeClr val="tx1"/>
                </a:solidFill>
                <a:latin typeface="Times New Roman" panose="02020603050405020304" charset="0"/>
                <a:ea typeface="+mj-ea"/>
                <a:cs typeface="Times New Roman" panose="02020603050405020304" charset="0"/>
                <a:sym typeface="+mn-ea"/>
              </a:rPr>
              <a:t>Nairutvi</a:t>
            </a:r>
            <a:r>
              <a:rPr lang="en-US" sz="1800" spc="-100" dirty="0">
                <a:solidFill>
                  <a:schemeClr val="tx1"/>
                </a:solidFill>
                <a:latin typeface="Times New Roman" panose="02020603050405020304" charset="0"/>
                <a:ea typeface="+mj-ea"/>
                <a:cs typeface="Times New Roman" panose="02020603050405020304" charset="0"/>
                <a:sym typeface="+mn-ea"/>
              </a:rPr>
              <a:t> </a:t>
            </a:r>
            <a:r>
              <a:rPr lang="en-US" sz="1800" spc="-100" dirty="0" err="1">
                <a:solidFill>
                  <a:schemeClr val="tx1"/>
                </a:solidFill>
                <a:latin typeface="Times New Roman" panose="02020603050405020304" charset="0"/>
                <a:ea typeface="+mj-ea"/>
                <a:cs typeface="Times New Roman" panose="02020603050405020304" charset="0"/>
                <a:sym typeface="+mn-ea"/>
              </a:rPr>
              <a:t>Mistry</a:t>
            </a:r>
            <a:endParaRPr lang="en-US" sz="1800" spc="-100" dirty="0" smtClean="0">
              <a:solidFill>
                <a:schemeClr val="tx1"/>
              </a:solidFill>
              <a:latin typeface="Times New Roman" panose="02020603050405020304" charset="0"/>
              <a:ea typeface="+mj-ea"/>
              <a:cs typeface="Times New Roman" panose="02020603050405020304" charset="0"/>
            </a:endParaRPr>
          </a:p>
          <a:p>
            <a:endParaRPr lang="en-US" sz="1800" spc="-100" dirty="0" smtClean="0">
              <a:solidFill>
                <a:schemeClr val="tx1"/>
              </a:solidFill>
              <a:latin typeface="Times New Roman" panose="02020603050405020304" charset="0"/>
              <a:ea typeface="+mj-ea"/>
              <a:cs typeface="Times New Roman" panose="02020603050405020304" charset="0"/>
            </a:endParaRPr>
          </a:p>
        </p:txBody>
      </p:sp>
      <p:sp>
        <p:nvSpPr>
          <p:cNvPr id="32" name="AutoShape 4" descr="Gujarat Technological University Admission, Courses Offered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a:p>
        </p:txBody>
      </p:sp>
      <p:sp>
        <p:nvSpPr>
          <p:cNvPr id="33" name="AutoShape 6" descr="Gujarat Technological University Admission, Courses Offered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a:p>
        </p:txBody>
      </p:sp>
      <p:sp>
        <p:nvSpPr>
          <p:cNvPr id="34" name="AutoShape 8" descr="Gujarat Technological University Admission, Courses Offered ..."/>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a:p>
        </p:txBody>
      </p:sp>
      <p:sp>
        <p:nvSpPr>
          <p:cNvPr id="35" name="AutoShape 10" descr="Gujarat Technological University Admission, Courses Offered ..."/>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a:p>
        </p:txBody>
      </p:sp>
      <p:sp>
        <p:nvSpPr>
          <p:cNvPr id="36" name="AutoShape 12" descr="Gujarat Technological University Admission, Courses Offered ..."/>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dirty="0"/>
          </a:p>
        </p:txBody>
      </p:sp>
      <p:sp>
        <p:nvSpPr>
          <p:cNvPr id="37" name="TextBox 15"/>
          <p:cNvSpPr txBox="1"/>
          <p:nvPr/>
        </p:nvSpPr>
        <p:spPr>
          <a:xfrm>
            <a:off x="5029200" y="5959275"/>
            <a:ext cx="3000396" cy="646331"/>
          </a:xfrm>
          <a:prstGeom prst="rect">
            <a:avLst/>
          </a:prstGeom>
          <a:noFill/>
        </p:spPr>
        <p:txBody>
          <a:bodyPr wrap="square" rtlCol="0">
            <a:spAutoFit/>
          </a:bodyPr>
          <a:lstStyle/>
          <a:p>
            <a:pPr algn="ctr"/>
            <a:r>
              <a:rPr lang="en-IN" dirty="0"/>
              <a:t> </a:t>
            </a:r>
            <a:r>
              <a:rPr lang="en-IN" dirty="0">
                <a:solidFill>
                  <a:srgbClr val="FFFFFF"/>
                </a:solidFill>
              </a:rPr>
              <a:t>Guide</a:t>
            </a:r>
            <a:endParaRPr lang="en-IN" dirty="0">
              <a:solidFill>
                <a:srgbClr val="FFFFFF"/>
              </a:solidFill>
            </a:endParaRPr>
          </a:p>
          <a:p>
            <a:pPr algn="ctr"/>
            <a:r>
              <a:rPr lang="en-IN" dirty="0">
                <a:solidFill>
                  <a:srgbClr val="FFFFFF"/>
                </a:solidFill>
              </a:rPr>
              <a:t>(  )</a:t>
            </a:r>
            <a:endParaRPr lang="en-US" dirty="0">
              <a:solidFill>
                <a:srgbClr val="FFFFFF"/>
              </a:solidFill>
            </a:endParaRPr>
          </a:p>
        </p:txBody>
      </p:sp>
      <p:pic>
        <p:nvPicPr>
          <p:cNvPr id="38" name="image1.jpg"/>
          <p:cNvPicPr/>
          <p:nvPr/>
        </p:nvPicPr>
        <p:blipFill>
          <a:blip r:embed="rId1"/>
          <a:srcRect/>
          <a:stretch>
            <a:fillRect/>
          </a:stretch>
        </p:blipFill>
        <p:spPr>
          <a:xfrm>
            <a:off x="176357" y="223695"/>
            <a:ext cx="1347643" cy="690705"/>
          </a:xfrm>
          <a:prstGeom prst="rect">
            <a:avLst/>
          </a:prstGeom>
        </p:spPr>
      </p:pic>
      <p:pic>
        <p:nvPicPr>
          <p:cNvPr id="39" name="Picture 3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644" y="52458"/>
            <a:ext cx="1166743" cy="1166743"/>
          </a:xfrm>
          <a:prstGeom prst="ellipse">
            <a:avLst/>
          </a:prstGeom>
        </p:spPr>
      </p:pic>
      <p:sp>
        <p:nvSpPr>
          <p:cNvPr id="40" name="Subtitle 2"/>
          <p:cNvSpPr txBox="1"/>
          <p:nvPr/>
        </p:nvSpPr>
        <p:spPr>
          <a:xfrm>
            <a:off x="5029200" y="5538806"/>
            <a:ext cx="3273425" cy="10668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anose="020B0604020202020204"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anose="020B0604020202020204"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anose="020B0604020202020204"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anose="020B0604020202020204"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anose="020B0604020202020204"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anose="020B0604020202020204" pitchFamily="34" charset="0"/>
              <a:buNone/>
              <a:defRPr sz="1400" kern="1200">
                <a:solidFill>
                  <a:schemeClr val="tx1">
                    <a:tint val="75000"/>
                  </a:schemeClr>
                </a:solidFill>
                <a:latin typeface="+mn-lt"/>
                <a:ea typeface="+mn-ea"/>
                <a:cs typeface="+mn-cs"/>
              </a:defRPr>
            </a:lvl9pPr>
          </a:lstStyle>
          <a:p>
            <a:r>
              <a:rPr lang="en-US" dirty="0"/>
              <a:t>  </a:t>
            </a:r>
            <a:endParaRPr lang="en-US" dirty="0"/>
          </a:p>
        </p:txBody>
      </p:sp>
      <p:sp>
        <p:nvSpPr>
          <p:cNvPr id="41" name="Rectangle 12"/>
          <p:cNvSpPr/>
          <p:nvPr/>
        </p:nvSpPr>
        <p:spPr>
          <a:xfrm>
            <a:off x="955675" y="1143000"/>
            <a:ext cx="7232650" cy="2153285"/>
          </a:xfrm>
          <a:prstGeom prst="rect">
            <a:avLst/>
          </a:prstGeom>
        </p:spPr>
        <p:txBody>
          <a:bodyPr wrap="square">
            <a:spAutoFit/>
          </a:bodyPr>
          <a:lstStyle/>
          <a:p>
            <a:pPr algn="ctr"/>
            <a:r>
              <a:rPr lang="en-US" sz="2000" b="1" dirty="0">
                <a:solidFill>
                  <a:schemeClr val="tx1"/>
                </a:solidFill>
                <a:latin typeface="Times New Roman" panose="02020603050405020304" charset="0"/>
                <a:cs typeface="Times New Roman" panose="02020603050405020304" charset="0"/>
              </a:rPr>
              <a:t>578 - SAL Institute  of  Technology &amp; Engineering Research </a:t>
            </a:r>
            <a:br>
              <a:rPr lang="en-US" sz="2000" b="1" dirty="0">
                <a:solidFill>
                  <a:schemeClr val="tx1"/>
                </a:solidFill>
                <a:latin typeface="Times New Roman" panose="02020603050405020304" charset="0"/>
                <a:cs typeface="Times New Roman" panose="02020603050405020304" charset="0"/>
              </a:rPr>
            </a:br>
            <a:r>
              <a:rPr lang="en-US" sz="2000" b="1" dirty="0">
                <a:solidFill>
                  <a:schemeClr val="tx1"/>
                </a:solidFill>
                <a:latin typeface="Times New Roman" panose="02020603050405020304" charset="0"/>
                <a:cs typeface="Times New Roman" panose="02020603050405020304" charset="0"/>
              </a:rPr>
              <a:t>Department  of  Computer Applications</a:t>
            </a:r>
            <a:br>
              <a:rPr lang="en-US" sz="2000" b="1" dirty="0">
                <a:solidFill>
                  <a:schemeClr val="tx1"/>
                </a:solidFill>
                <a:latin typeface="Times New Roman" panose="02020603050405020304" charset="0"/>
                <a:cs typeface="Times New Roman" panose="02020603050405020304" charset="0"/>
              </a:rPr>
            </a:br>
            <a:r>
              <a:rPr lang="en-US" sz="2000" b="1" dirty="0">
                <a:solidFill>
                  <a:schemeClr val="tx1"/>
                </a:solidFill>
                <a:latin typeface="Times New Roman" panose="02020603050405020304" charset="0"/>
                <a:cs typeface="Times New Roman" panose="02020603050405020304" charset="0"/>
              </a:rPr>
              <a:t>94-Master  of  Computer Applications</a:t>
            </a:r>
            <a:endParaRPr lang="en-US" sz="2000" b="1" dirty="0">
              <a:solidFill>
                <a:schemeClr val="tx1"/>
              </a:solidFill>
              <a:latin typeface="Times New Roman" panose="02020603050405020304" charset="0"/>
              <a:cs typeface="Times New Roman" panose="02020603050405020304" charset="0"/>
            </a:endParaRPr>
          </a:p>
          <a:p>
            <a:pPr algn="ctr"/>
            <a:endParaRPr lang="en-US" sz="2000" b="1" dirty="0">
              <a:solidFill>
                <a:schemeClr val="tx1"/>
              </a:solidFill>
              <a:latin typeface="Times New Roman" panose="02020603050405020304" charset="0"/>
              <a:cs typeface="Times New Roman" panose="02020603050405020304" charset="0"/>
            </a:endParaRPr>
          </a:p>
          <a:p>
            <a:pPr algn="ctr"/>
            <a:r>
              <a:rPr lang="en-US" sz="2000" b="1" dirty="0">
                <a:solidFill>
                  <a:schemeClr val="tx1"/>
                </a:solidFill>
                <a:latin typeface="Times New Roman" panose="02020603050405020304" charset="0"/>
                <a:cs typeface="Times New Roman" panose="02020603050405020304" charset="0"/>
              </a:rPr>
              <a:t> Major Project (MC04094011 )</a:t>
            </a:r>
            <a:br>
              <a:rPr lang="en-US" dirty="0">
                <a:solidFill>
                  <a:schemeClr val="tx1"/>
                </a:solidFill>
                <a:latin typeface="Times New Roman" panose="02020603050405020304" charset="0"/>
                <a:cs typeface="Times New Roman" panose="02020603050405020304" charset="0"/>
              </a:rPr>
            </a:br>
            <a:endParaRPr lang="en-US" b="1" i="1" dirty="0">
              <a:solidFill>
                <a:schemeClr val="tx2">
                  <a:lumMod val="90000"/>
                  <a:lumOff val="10000"/>
                </a:schemeClr>
              </a:solidFill>
              <a:latin typeface="Times New Roman" panose="02020603050405020304" charset="0"/>
              <a:cs typeface="Times New Roman" panose="02020603050405020304" charset="0"/>
            </a:endParaRPr>
          </a:p>
          <a:p>
            <a:pPr algn="ctr"/>
            <a:r>
              <a:rPr lang="en-US" sz="1600" b="1" i="1" dirty="0">
                <a:solidFill>
                  <a:schemeClr val="tx2">
                    <a:lumMod val="90000"/>
                    <a:lumOff val="10000"/>
                  </a:schemeClr>
                </a:solidFill>
                <a:latin typeface="+mj-lt"/>
              </a:rPr>
              <a:t> </a:t>
            </a:r>
            <a:endParaRPr lang="en-US" sz="1600" i="1" dirty="0">
              <a:latin typeface="+mj-lt"/>
            </a:endParaRPr>
          </a:p>
        </p:txBody>
      </p:sp>
      <p:sp>
        <p:nvSpPr>
          <p:cNvPr id="42" name="Rectangle 3"/>
          <p:cNvSpPr/>
          <p:nvPr/>
        </p:nvSpPr>
        <p:spPr>
          <a:xfrm>
            <a:off x="798830" y="3042285"/>
            <a:ext cx="7117715" cy="1568450"/>
          </a:xfrm>
          <a:prstGeom prst="rect">
            <a:avLst/>
          </a:prstGeom>
        </p:spPr>
        <p:txBody>
          <a:bodyPr wrap="square">
            <a:spAutoFit/>
          </a:bodyPr>
          <a:lstStyle/>
          <a:p>
            <a:pPr algn="ctr"/>
            <a:r>
              <a:rPr lang="en-US" altLang="en-US" sz="2000" b="1" dirty="0">
                <a:solidFill>
                  <a:schemeClr val="tx1"/>
                </a:solidFill>
                <a:latin typeface="Times New Roman" panose="02020603050405020304" charset="0"/>
                <a:cs typeface="Times New Roman" panose="02020603050405020304" charset="0"/>
              </a:rPr>
              <a:t>“AI-Based Document Authenticity Detection System”</a:t>
            </a:r>
            <a:endParaRPr lang="en-US" sz="2000" b="1" dirty="0">
              <a:solidFill>
                <a:schemeClr val="tx1"/>
              </a:solidFill>
              <a:latin typeface="Times New Roman" panose="02020603050405020304" charset="0"/>
              <a:cs typeface="Times New Roman" panose="02020603050405020304" charset="0"/>
            </a:endParaRPr>
          </a:p>
          <a:p>
            <a:pPr algn="ctr"/>
            <a:endParaRPr lang="en-US" sz="2000" b="1" dirty="0">
              <a:solidFill>
                <a:schemeClr val="tx1"/>
              </a:solidFill>
              <a:latin typeface="Times New Roman" panose="02020603050405020304" charset="0"/>
              <a:cs typeface="Times New Roman" panose="02020603050405020304" charset="0"/>
            </a:endParaRPr>
          </a:p>
          <a:p>
            <a:pPr algn="ctr"/>
            <a:endParaRPr lang="en-US" sz="2000" b="1" dirty="0">
              <a:solidFill>
                <a:schemeClr val="tx1"/>
              </a:solidFill>
              <a:latin typeface="Times New Roman" panose="02020603050405020304" charset="0"/>
              <a:cs typeface="Times New Roman" panose="02020603050405020304" charset="0"/>
            </a:endParaRPr>
          </a:p>
          <a:p>
            <a:pPr algn="l"/>
            <a:r>
              <a:rPr lang="en-US" b="1" dirty="0">
                <a:solidFill>
                  <a:schemeClr val="tx1"/>
                </a:solidFill>
                <a:latin typeface="Times New Roman" panose="02020603050405020304" charset="0"/>
                <a:cs typeface="Times New Roman" panose="02020603050405020304" charset="0"/>
              </a:rPr>
              <a:t>Name:</a:t>
            </a:r>
            <a:r>
              <a:rPr lang="en-US" sz="1600" dirty="0">
                <a:solidFill>
                  <a:schemeClr val="tx1"/>
                </a:solidFill>
                <a:latin typeface="Times New Roman" panose="02020603050405020304" charset="0"/>
                <a:cs typeface="Times New Roman" panose="02020603050405020304" charset="0"/>
              </a:rPr>
              <a:t>Dax Panchal</a:t>
            </a:r>
            <a:endParaRPr lang="en-US" b="1" dirty="0">
              <a:solidFill>
                <a:schemeClr val="tx1"/>
              </a:solidFill>
              <a:latin typeface="Times New Roman" panose="02020603050405020304" charset="0"/>
              <a:cs typeface="Times New Roman" panose="02020603050405020304" charset="0"/>
            </a:endParaRPr>
          </a:p>
          <a:p>
            <a:pPr algn="l"/>
            <a:r>
              <a:rPr lang="en-US" b="1" dirty="0">
                <a:solidFill>
                  <a:schemeClr val="tx1"/>
                </a:solidFill>
                <a:latin typeface="Times New Roman" panose="02020603050405020304" charset="0"/>
                <a:cs typeface="Times New Roman" panose="02020603050405020304" charset="0"/>
              </a:rPr>
              <a:t>Enrollment No:</a:t>
            </a:r>
            <a:r>
              <a:rPr lang="en-US" sz="1600" dirty="0">
                <a:solidFill>
                  <a:schemeClr val="tx1"/>
                </a:solidFill>
                <a:latin typeface="Times New Roman" panose="02020603050405020304" charset="0"/>
                <a:cs typeface="Times New Roman" panose="02020603050405020304" charset="0"/>
              </a:rPr>
              <a:t>245780694033</a:t>
            </a:r>
            <a:endParaRPr lang="en-US" sz="1600" dirty="0">
              <a:solidFill>
                <a:schemeClr val="tx1"/>
              </a:solidFill>
              <a:latin typeface="Times New Roman" panose="02020603050405020304" charset="0"/>
              <a:cs typeface="Times New Roman" panose="02020603050405020304" charset="0"/>
            </a:endParaRPr>
          </a:p>
        </p:txBody>
      </p:sp>
      <p:sp>
        <p:nvSpPr>
          <p:cNvPr id="43" name="Subtitle 2"/>
          <p:cNvSpPr txBox="1"/>
          <p:nvPr/>
        </p:nvSpPr>
        <p:spPr>
          <a:xfrm>
            <a:off x="5179962" y="5334000"/>
            <a:ext cx="3273425" cy="1066800"/>
          </a:xfrm>
          <a:prstGeom prst="rect">
            <a:avLst/>
          </a:prstGeom>
        </p:spPr>
        <p:txBody>
          <a:bodyPr vert="horz" lIns="91440" tIns="45720" rIns="91440" bIns="45720" rtlCol="0" anchor="t">
            <a:normAutofit/>
          </a:bodyPr>
          <a:lstStyle>
            <a:lvl1pPr marL="0" indent="0" algn="l" defTabSz="914400" rtl="0" eaLnBrk="1" latinLnBrk="0" hangingPunct="1">
              <a:spcBef>
                <a:spcPct val="20000"/>
              </a:spcBef>
              <a:buClr>
                <a:schemeClr val="accent1"/>
              </a:buClr>
              <a:buFont typeface="Arial" panose="020B0604020202020204" pitchFamily="34" charset="0"/>
              <a:buNone/>
              <a:defRPr sz="2000" kern="1200">
                <a:solidFill>
                  <a:schemeClr val="tx1">
                    <a:tint val="75000"/>
                  </a:schemeClr>
                </a:solidFill>
                <a:latin typeface="+mn-lt"/>
                <a:ea typeface="+mn-ea"/>
                <a:cs typeface="+mn-cs"/>
              </a:defRPr>
            </a:lvl1pPr>
            <a:lvl2pPr marL="457200" indent="0" algn="ctr" defTabSz="914400" rtl="0" eaLnBrk="1" latinLnBrk="0" hangingPunct="1">
              <a:spcBef>
                <a:spcPct val="20000"/>
              </a:spcBef>
              <a:buClr>
                <a:schemeClr val="accent2"/>
              </a:buClr>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spcBef>
                <a:spcPct val="20000"/>
              </a:spcBef>
              <a:buClr>
                <a:schemeClr val="accent3"/>
              </a:buClr>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4"/>
              </a:buClr>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5"/>
              </a:buClr>
              <a:buFont typeface="Arial" panose="020B0604020202020204" pitchFamily="34" charset="0"/>
              <a:buNone/>
              <a:defRPr sz="1400" kern="1200" baseline="0">
                <a:solidFill>
                  <a:schemeClr val="tx1">
                    <a:tint val="75000"/>
                  </a:schemeClr>
                </a:solidFill>
                <a:latin typeface="+mn-lt"/>
                <a:ea typeface="+mn-ea"/>
                <a:cs typeface="+mn-cs"/>
              </a:defRPr>
            </a:lvl5pPr>
            <a:lvl6pPr marL="2286000" indent="0" algn="ctr" defTabSz="914400" rtl="0" eaLnBrk="1" latinLnBrk="0" hangingPunct="1">
              <a:spcBef>
                <a:spcPct val="20000"/>
              </a:spcBef>
              <a:buClr>
                <a:schemeClr val="accent1"/>
              </a:buClr>
              <a:buFont typeface="Arial" panose="020B0604020202020204" pitchFamily="34" charset="0"/>
              <a:buNone/>
              <a:defRPr sz="1400" kern="1200" baseline="0">
                <a:solidFill>
                  <a:schemeClr val="tx1">
                    <a:tint val="75000"/>
                  </a:schemeClr>
                </a:solidFill>
                <a:latin typeface="+mn-lt"/>
                <a:ea typeface="+mn-ea"/>
                <a:cs typeface="+mn-cs"/>
              </a:defRPr>
            </a:lvl6pPr>
            <a:lvl7pPr marL="2743200" indent="0" algn="ctr" defTabSz="914400" rtl="0" eaLnBrk="1" latinLnBrk="0" hangingPunct="1">
              <a:spcBef>
                <a:spcPct val="20000"/>
              </a:spcBef>
              <a:buClr>
                <a:schemeClr val="accent2"/>
              </a:buClr>
              <a:buFont typeface="Arial" panose="020B0604020202020204" pitchFamily="34" charset="0"/>
              <a:buNone/>
              <a:defRPr sz="1400" kern="1200">
                <a:solidFill>
                  <a:schemeClr val="tx1">
                    <a:tint val="75000"/>
                  </a:schemeClr>
                </a:solidFill>
                <a:latin typeface="+mn-lt"/>
                <a:ea typeface="+mn-ea"/>
                <a:cs typeface="+mn-cs"/>
              </a:defRPr>
            </a:lvl7pPr>
            <a:lvl8pPr marL="3200400" indent="0" algn="ctr" defTabSz="914400" rtl="0" eaLnBrk="1" latinLnBrk="0" hangingPunct="1">
              <a:spcBef>
                <a:spcPct val="20000"/>
              </a:spcBef>
              <a:buClr>
                <a:schemeClr val="accent3"/>
              </a:buClr>
              <a:buFont typeface="Arial" panose="020B0604020202020204" pitchFamily="34" charset="0"/>
              <a:buNone/>
              <a:defRPr sz="1400" kern="1200">
                <a:solidFill>
                  <a:schemeClr val="tx1">
                    <a:tint val="75000"/>
                  </a:schemeClr>
                </a:solidFill>
                <a:latin typeface="+mn-lt"/>
                <a:ea typeface="+mn-ea"/>
                <a:cs typeface="+mn-cs"/>
              </a:defRPr>
            </a:lvl8pPr>
            <a:lvl9pPr marL="3657600" indent="0" algn="ctr" defTabSz="914400" rtl="0" eaLnBrk="1" latinLnBrk="0" hangingPunct="1">
              <a:spcBef>
                <a:spcPct val="20000"/>
              </a:spcBef>
              <a:buClr>
                <a:schemeClr val="accent4"/>
              </a:buClr>
              <a:buFont typeface="Arial" panose="020B0604020202020204" pitchFamily="34" charset="0"/>
              <a:buNone/>
              <a:defRPr sz="1400" kern="1200">
                <a:solidFill>
                  <a:schemeClr val="tx1">
                    <a:tint val="75000"/>
                  </a:schemeClr>
                </a:solidFill>
                <a:latin typeface="+mn-lt"/>
                <a:ea typeface="+mn-ea"/>
                <a:cs typeface="+mn-cs"/>
              </a:defRPr>
            </a:lvl9pPr>
          </a:lstStyle>
          <a:p>
            <a:r>
              <a:rPr lang="en-US" dirty="0"/>
              <a:t>  </a:t>
            </a:r>
            <a:endParaRPr lang="en-US" dirty="0"/>
          </a:p>
          <a:p>
            <a:r>
              <a:rPr lang="en-US" sz="1800" b="1" spc="-100" dirty="0">
                <a:solidFill>
                  <a:schemeClr val="tx2"/>
                </a:solidFill>
                <a:latin typeface="Times New Roman" panose="02020603050405020304" charset="0"/>
                <a:ea typeface="+mj-ea"/>
                <a:cs typeface="Times New Roman" panose="02020603050405020304" charset="0"/>
              </a:rPr>
              <a:t>Name  of  External  Guide :</a:t>
            </a:r>
            <a:endParaRPr lang="en-US" sz="1800" b="1" spc="-100" dirty="0">
              <a:solidFill>
                <a:schemeClr val="tx2"/>
              </a:solidFill>
              <a:latin typeface="Times New Roman" panose="02020603050405020304" charset="0"/>
              <a:ea typeface="+mj-ea"/>
              <a:cs typeface="Times New Roman" panose="02020603050405020304" charset="0"/>
            </a:endParaRPr>
          </a:p>
          <a:p>
            <a:r>
              <a:rPr lang="en-US" sz="1800" spc="-100" dirty="0" smtClean="0">
                <a:solidFill>
                  <a:schemeClr val="tx2"/>
                </a:solidFill>
                <a:latin typeface="Times New Roman" panose="02020603050405020304" charset="0"/>
                <a:ea typeface="+mj-ea"/>
                <a:cs typeface="Times New Roman" panose="02020603050405020304" charset="0"/>
                <a:sym typeface="+mn-ea"/>
              </a:rPr>
              <a:t>Dr. </a:t>
            </a:r>
            <a:r>
              <a:rPr lang="en-US" sz="1800" spc="-100" dirty="0" err="1" smtClean="0">
                <a:solidFill>
                  <a:schemeClr val="tx2"/>
                </a:solidFill>
                <a:latin typeface="Times New Roman" panose="02020603050405020304" charset="0"/>
                <a:ea typeface="+mj-ea"/>
                <a:cs typeface="Times New Roman" panose="02020603050405020304" charset="0"/>
                <a:sym typeface="+mn-ea"/>
              </a:rPr>
              <a:t>Khyati</a:t>
            </a:r>
            <a:r>
              <a:rPr lang="en-US" sz="1800" spc="-100" dirty="0" smtClean="0">
                <a:solidFill>
                  <a:schemeClr val="tx2"/>
                </a:solidFill>
                <a:latin typeface="Times New Roman" panose="02020603050405020304" charset="0"/>
                <a:ea typeface="+mj-ea"/>
                <a:cs typeface="Times New Roman" panose="02020603050405020304" charset="0"/>
                <a:sym typeface="+mn-ea"/>
              </a:rPr>
              <a:t> </a:t>
            </a:r>
            <a:r>
              <a:rPr lang="en-US" sz="1800" spc="-100" dirty="0" err="1" smtClean="0">
                <a:solidFill>
                  <a:schemeClr val="tx2"/>
                </a:solidFill>
                <a:latin typeface="Times New Roman" panose="02020603050405020304" charset="0"/>
                <a:ea typeface="+mj-ea"/>
                <a:cs typeface="Times New Roman" panose="02020603050405020304" charset="0"/>
                <a:sym typeface="+mn-ea"/>
              </a:rPr>
              <a:t>Rami</a:t>
            </a:r>
            <a:r>
              <a:rPr lang="en-US" sz="1800" spc="-100" dirty="0" smtClean="0">
                <a:solidFill>
                  <a:schemeClr val="tx2"/>
                </a:solidFill>
                <a:latin typeface="Times New Roman" panose="02020603050405020304" charset="0"/>
                <a:ea typeface="+mj-ea"/>
                <a:cs typeface="Times New Roman" panose="02020603050405020304" charset="0"/>
                <a:sym typeface="+mn-ea"/>
              </a:rPr>
              <a:t> </a:t>
            </a:r>
            <a:r>
              <a:rPr lang="en-US" sz="1800" spc="-100" dirty="0" err="1" smtClean="0">
                <a:solidFill>
                  <a:schemeClr val="tx2"/>
                </a:solidFill>
                <a:latin typeface="Times New Roman" panose="02020603050405020304" charset="0"/>
                <a:ea typeface="+mj-ea"/>
                <a:cs typeface="Times New Roman" panose="02020603050405020304" charset="0"/>
                <a:sym typeface="+mn-ea"/>
              </a:rPr>
              <a:t>Mam</a:t>
            </a:r>
            <a:endParaRPr lang="en-US" sz="1800" b="1" spc="-100" dirty="0">
              <a:solidFill>
                <a:schemeClr val="tx2"/>
              </a:solidFill>
              <a:latin typeface="Times New Roman" panose="02020603050405020304" charset="0"/>
              <a:ea typeface="+mj-ea"/>
              <a:cs typeface="Times New Roman" panose="0202060305040502030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7620000" cy="808038"/>
          </a:xfrm>
        </p:spPr>
        <p:txBody>
          <a:bodyPr/>
          <a:lstStyle/>
          <a:p>
            <a:pPr algn="ctr"/>
            <a:r>
              <a:rPr lang="en-IN" sz="2400" b="1" u="sng" dirty="0">
                <a:latin typeface="Times New Roman" panose="02020603050405020304" charset="0"/>
                <a:cs typeface="Times New Roman" panose="02020603050405020304" charset="0"/>
                <a:sym typeface="+mn-ea"/>
              </a:rPr>
              <a:t>Table of </a:t>
            </a:r>
            <a:r>
              <a:rPr lang="en-US" altLang="en-IN" sz="2400" b="1" u="sng" dirty="0">
                <a:latin typeface="Times New Roman" panose="02020603050405020304" charset="0"/>
                <a:cs typeface="Times New Roman" panose="02020603050405020304" charset="0"/>
                <a:sym typeface="+mn-ea"/>
              </a:rPr>
              <a:t> </a:t>
            </a:r>
            <a:r>
              <a:rPr lang="en-IN" sz="2400" b="1" u="sng" dirty="0">
                <a:latin typeface="Times New Roman" panose="02020603050405020304" charset="0"/>
                <a:cs typeface="Times New Roman" panose="02020603050405020304" charset="0"/>
                <a:sym typeface="+mn-ea"/>
              </a:rPr>
              <a:t>Contents</a:t>
            </a:r>
            <a:endParaRPr lang="en-IN" sz="2400" b="1" u="sng" dirty="0" smtClean="0">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533400" y="1828800"/>
            <a:ext cx="7620000" cy="4419600"/>
          </a:xfrm>
        </p:spPr>
        <p:txBody>
          <a:bodyPr/>
          <a:lstStyle/>
          <a:p>
            <a:pPr>
              <a:lnSpc>
                <a:spcPct val="150000"/>
              </a:lnSpc>
            </a:pPr>
            <a:r>
              <a:rPr lang="en-IN" sz="1800" dirty="0">
                <a:solidFill>
                  <a:schemeClr val="tx1"/>
                </a:solidFill>
                <a:latin typeface="Times New Roman" panose="02020603050405020304" charset="0"/>
                <a:cs typeface="Times New Roman" panose="02020603050405020304" charset="0"/>
                <a:sym typeface="+mn-ea"/>
              </a:rPr>
              <a:t>Project Profile</a:t>
            </a:r>
            <a:endParaRPr lang="en-IN" sz="1800" dirty="0">
              <a:solidFill>
                <a:schemeClr val="tx1"/>
              </a:solidFill>
              <a:latin typeface="Times New Roman" panose="02020603050405020304" charset="0"/>
              <a:cs typeface="Times New Roman" panose="02020603050405020304" charset="0"/>
            </a:endParaRPr>
          </a:p>
          <a:p>
            <a:pPr>
              <a:lnSpc>
                <a:spcPct val="150000"/>
              </a:lnSpc>
            </a:pPr>
            <a:r>
              <a:rPr lang="en-IN" sz="1800" dirty="0">
                <a:solidFill>
                  <a:schemeClr val="tx1"/>
                </a:solidFill>
                <a:latin typeface="Times New Roman" panose="02020603050405020304" charset="0"/>
                <a:cs typeface="Times New Roman" panose="02020603050405020304" charset="0"/>
                <a:sym typeface="+mn-ea"/>
              </a:rPr>
              <a:t>Company Profile</a:t>
            </a:r>
            <a:endParaRPr lang="en-IN" sz="1800" dirty="0">
              <a:solidFill>
                <a:schemeClr val="tx1"/>
              </a:solidFill>
              <a:latin typeface="Times New Roman" panose="02020603050405020304" charset="0"/>
              <a:cs typeface="Times New Roman" panose="02020603050405020304" charset="0"/>
            </a:endParaRPr>
          </a:p>
          <a:p>
            <a:pPr>
              <a:lnSpc>
                <a:spcPct val="150000"/>
              </a:lnSpc>
            </a:pPr>
            <a:r>
              <a:rPr lang="en-IN" sz="1800" dirty="0">
                <a:solidFill>
                  <a:schemeClr val="tx1"/>
                </a:solidFill>
                <a:latin typeface="Times New Roman" panose="02020603050405020304" charset="0"/>
                <a:cs typeface="Times New Roman" panose="02020603050405020304" charset="0"/>
                <a:sym typeface="+mn-ea"/>
              </a:rPr>
              <a:t>Project Description &amp; Scheduling</a:t>
            </a:r>
            <a:endParaRPr lang="en-IN" sz="1800" dirty="0">
              <a:solidFill>
                <a:schemeClr val="tx1"/>
              </a:solidFill>
              <a:latin typeface="Times New Roman" panose="02020603050405020304" charset="0"/>
              <a:cs typeface="Times New Roman" panose="02020603050405020304" charset="0"/>
            </a:endParaRPr>
          </a:p>
          <a:p>
            <a:pPr>
              <a:lnSpc>
                <a:spcPct val="150000"/>
              </a:lnSpc>
            </a:pPr>
            <a:r>
              <a:rPr lang="en-IN" sz="1800" dirty="0">
                <a:solidFill>
                  <a:schemeClr val="tx1"/>
                </a:solidFill>
                <a:latin typeface="Times New Roman" panose="02020603050405020304" charset="0"/>
                <a:cs typeface="Times New Roman" panose="02020603050405020304" charset="0"/>
                <a:sym typeface="+mn-ea"/>
              </a:rPr>
              <a:t>System Design</a:t>
            </a:r>
            <a:endParaRPr lang="en-IN" sz="1800" dirty="0">
              <a:solidFill>
                <a:schemeClr val="tx1"/>
              </a:solidFill>
              <a:latin typeface="Times New Roman" panose="02020603050405020304" charset="0"/>
              <a:cs typeface="Times New Roman" panose="02020603050405020304" charset="0"/>
            </a:endParaRPr>
          </a:p>
          <a:p>
            <a:pPr marL="114300" indent="0">
              <a:buNone/>
            </a:pPr>
            <a:endParaRPr lang="en-IN" sz="1800" dirty="0">
              <a:solidFill>
                <a:schemeClr val="tx1"/>
              </a:solidFill>
              <a:latin typeface="Times New Roman" panose="02020603050405020304" charset="0"/>
              <a:cs typeface="Times New Roman" panose="02020603050405020304" charset="0"/>
            </a:endParaRPr>
          </a:p>
          <a:p>
            <a:pPr marL="114300" indent="0">
              <a:buNone/>
            </a:pPr>
            <a:endParaRPr lang="en-IN" sz="1800" dirty="0">
              <a:solidFill>
                <a:schemeClr val="tx1"/>
              </a:solidFill>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lstStyle/>
          <a:p>
            <a:r>
              <a:rPr lang="en-US" dirty="0" smtClean="0"/>
              <a:t>MCA_Sem -3(MC03094171)</a:t>
            </a:r>
            <a:endParaRPr lang="en-US" dirty="0"/>
          </a:p>
        </p:txBody>
      </p:sp>
      <p:sp>
        <p:nvSpPr>
          <p:cNvPr id="5" name="Slide Number Placeholder 4"/>
          <p:cNvSpPr>
            <a:spLocks noGrp="1"/>
          </p:cNvSpPr>
          <p:nvPr>
            <p:ph type="sldNum" sz="quarter" idx="12"/>
          </p:nvPr>
        </p:nvSpPr>
        <p:spPr/>
        <p:txBody>
          <a:bodyPr/>
          <a:lstStyle/>
          <a:p>
            <a:r>
              <a:rPr lang="en-US" dirty="0"/>
              <a:t>1</a:t>
            </a:r>
            <a:endParaRPr lang="en-US" dirty="0"/>
          </a:p>
        </p:txBody>
      </p:sp>
      <p:sp>
        <p:nvSpPr>
          <p:cNvPr id="7" name="Text Box 6"/>
          <p:cNvSpPr txBox="1"/>
          <p:nvPr/>
        </p:nvSpPr>
        <p:spPr>
          <a:xfrm>
            <a:off x="0" y="66294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6230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274638"/>
            <a:ext cx="7620000" cy="1143000"/>
          </a:xfrm>
        </p:spPr>
        <p:txBody>
          <a:bodyPr/>
          <a:p>
            <a:pPr algn="ctr"/>
            <a:r>
              <a:rPr lang="en-IN" sz="2400" b="1" dirty="0">
                <a:solidFill>
                  <a:schemeClr val="tx1"/>
                </a:solidFill>
                <a:latin typeface="Times New Roman" panose="02020603050405020304" charset="0"/>
                <a:cs typeface="Times New Roman" panose="02020603050405020304" charset="0"/>
                <a:sym typeface="+mn-ea"/>
              </a:rPr>
              <a:t>Project Profile</a:t>
            </a:r>
            <a:endParaRPr lang="en-IN" sz="2400" b="1" dirty="0">
              <a:solidFill>
                <a:schemeClr val="tx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609600" y="1260475"/>
            <a:ext cx="7620000" cy="5216525"/>
          </a:xfrm>
        </p:spPr>
        <p:txBody>
          <a:bodyPr>
            <a:normAutofit/>
          </a:bodyPr>
          <a:p>
            <a:pPr marL="0" marR="0" lvl="0" indent="0" defTabSz="914400" rtl="0" eaLnBrk="1" fontAlgn="auto" latinLnBrk="0" hangingPunct="1">
              <a:lnSpc>
                <a:spcPct val="100000"/>
              </a:lnSpc>
              <a:spcBef>
                <a:spcPct val="20000"/>
              </a:spcBef>
              <a:spcAft>
                <a:spcPts val="0"/>
              </a:spcAft>
              <a:buClrTx/>
              <a:buSzTx/>
              <a:buNone/>
              <a:defRPr/>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Title</a:t>
            </a:r>
            <a:r>
              <a:rPr lang="en-US" sz="2000"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sz="2000" b="1" u="sng"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sz="1800"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altLang="en-US" sz="1800" dirty="0">
                <a:latin typeface="Times New Roman" panose="02020603050405020304" charset="0"/>
                <a:cs typeface="Times New Roman" panose="02020603050405020304" charset="0"/>
                <a:sym typeface="+mn-ea"/>
              </a:rPr>
              <a:t>AI-Based Document Authenticity Detection System</a:t>
            </a:r>
            <a:endParaRPr lang="en-US" altLang="en-US" sz="1800" dirty="0">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endParaRPr 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0" marR="0" lvl="0" indent="0" defTabSz="914400" rtl="0" eaLnBrk="1" fontAlgn="auto" latinLnBrk="0" hangingPunct="1">
              <a:lnSpc>
                <a:spcPct val="100000"/>
              </a:lnSpc>
              <a:spcBef>
                <a:spcPct val="20000"/>
              </a:spcBef>
              <a:spcAft>
                <a:spcPts val="0"/>
              </a:spcAft>
              <a:buClrTx/>
              <a:buSzTx/>
              <a:buNone/>
              <a:defRPr/>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Category</a:t>
            </a:r>
            <a:r>
              <a:rPr 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sz="2000" b="1" u="sng"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Artificial Intelligence</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Natural Language Processing (NLP)</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Computer Vision</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Web Application Development</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endParaRPr lang="en-US" altLang="en-US" sz="1800" b="1" u="sng" noProof="0" dirty="0">
              <a:ln>
                <a:noFill/>
              </a:ln>
              <a:solidFill>
                <a:prstClr val="black"/>
              </a:solidFill>
              <a:effectLst/>
              <a:uLnTx/>
              <a:uFillTx/>
              <a:latin typeface="Times New Roman" panose="02020603050405020304" charset="0"/>
              <a:cs typeface="Times New Roman" panose="02020603050405020304" charset="0"/>
              <a:sym typeface="+mn-ea"/>
            </a:endParaRPr>
          </a:p>
          <a:p>
            <a:pPr marL="0" marR="0" lvl="0" indent="0" defTabSz="914400" rtl="0" eaLnBrk="1" fontAlgn="auto" latinLnBrk="0" hangingPunct="1">
              <a:lnSpc>
                <a:spcPct val="100000"/>
              </a:lnSpc>
              <a:spcBef>
                <a:spcPct val="20000"/>
              </a:spcBef>
              <a:spcAft>
                <a:spcPts val="0"/>
              </a:spcAft>
              <a:buClrTx/>
              <a:buSzTx/>
              <a:buNone/>
              <a:defRPr/>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Duration</a:t>
            </a:r>
            <a:r>
              <a:rPr 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sz="2000" b="1" u="sng"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sz="1800" noProof="0" dirty="0">
                <a:ln>
                  <a:noFill/>
                </a:ln>
                <a:solidFill>
                  <a:prstClr val="black"/>
                </a:solidFill>
                <a:effectLst/>
                <a:uLnTx/>
                <a:uFillTx/>
                <a:latin typeface="Times New Roman" panose="02020603050405020304" charset="0"/>
                <a:cs typeface="Times New Roman" panose="02020603050405020304" charset="0"/>
                <a:sym typeface="+mn-ea"/>
              </a:rPr>
              <a:t>18 Dec to 17 april</a:t>
            </a:r>
            <a:endParaRPr 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endParaRPr 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0" marR="0" lvl="0" indent="0" defTabSz="914400" rtl="0" eaLnBrk="1" fontAlgn="auto" latinLnBrk="0" hangingPunct="1">
              <a:lnSpc>
                <a:spcPct val="100000"/>
              </a:lnSpc>
              <a:spcBef>
                <a:spcPct val="20000"/>
              </a:spcBef>
              <a:spcAft>
                <a:spcPts val="0"/>
              </a:spcAft>
              <a:buClrTx/>
              <a:buSzTx/>
              <a:buNone/>
              <a:defRPr/>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Member</a:t>
            </a:r>
            <a:r>
              <a:rPr 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sz="1800" b="1"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r>
              <a:rPr lang="en-US" sz="1800" noProof="0" dirty="0">
                <a:ln>
                  <a:noFill/>
                </a:ln>
                <a:solidFill>
                  <a:prstClr val="black"/>
                </a:solidFill>
                <a:effectLst/>
                <a:uLnTx/>
                <a:uFillTx/>
                <a:latin typeface="Times New Roman" panose="02020603050405020304" charset="0"/>
                <a:cs typeface="Times New Roman" panose="02020603050405020304" charset="0"/>
                <a:sym typeface="+mn-ea"/>
              </a:rPr>
              <a:t>Panchal Dax Hareshkumar</a:t>
            </a:r>
            <a:endParaRPr lang="en-US" sz="1800" b="1"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endParaRPr 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defTabSz="914400" rtl="0" eaLnBrk="1" fontAlgn="auto" latinLnBrk="0" hangingPunct="1">
              <a:lnSpc>
                <a:spcPct val="100000"/>
              </a:lnSpc>
              <a:spcBef>
                <a:spcPct val="20000"/>
              </a:spcBef>
              <a:spcAft>
                <a:spcPts val="0"/>
              </a:spcAft>
              <a:buClrTx/>
              <a:buSzTx/>
              <a:defRPr/>
            </a:pPr>
            <a:endParaRPr lang="en-US" sz="2000" b="1" noProof="0" dirty="0">
              <a:ln>
                <a:noFill/>
              </a:ln>
              <a:solidFill>
                <a:prstClr val="black"/>
              </a:solidFill>
              <a:effectLst/>
              <a:uLnTx/>
              <a:uFillTx/>
              <a:latin typeface="Times New Roman" panose="02020603050405020304" charset="0"/>
              <a:cs typeface="Times New Roman" panose="02020603050405020304" charset="0"/>
              <a:sym typeface="+mn-ea"/>
            </a:endParaRPr>
          </a:p>
          <a:p>
            <a:endParaRPr kumimoji="0" lang="en-US" sz="2000" b="1" i="0" u="none" strike="noStrike" kern="1200" cap="none" spc="0" normalizeH="0" baseline="0" noProof="0" dirty="0">
              <a:ln>
                <a:noFill/>
              </a:ln>
              <a:solidFill>
                <a:prstClr val="black"/>
              </a:solidFill>
              <a:effectLst/>
              <a:uLnTx/>
              <a:uFillTx/>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2</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066800"/>
            <a:ext cx="7620000" cy="4800600"/>
          </a:xfrm>
        </p:spPr>
        <p:txBody>
          <a:bodyPr/>
          <a:p>
            <a:pPr marL="0" marR="0" lvl="0" indent="0" algn="l" defTabSz="914400" rtl="0" eaLnBrk="1" fontAlgn="auto" latinLnBrk="0" hangingPunct="1">
              <a:lnSpc>
                <a:spcPct val="100000"/>
              </a:lnSpc>
              <a:spcBef>
                <a:spcPct val="20000"/>
              </a:spcBef>
              <a:spcAft>
                <a:spcPts val="0"/>
              </a:spcAft>
              <a:buClrTx/>
              <a:buSzTx/>
              <a:buNone/>
              <a:defRPr/>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Tools &amp; Technologies</a:t>
            </a:r>
            <a:r>
              <a:rPr 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sz="2000" b="1" u="sng"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algn="l" defTabSz="914400" rtl="0" eaLnBrk="1" fontAlgn="auto" latinLnBrk="0" hangingPunct="1">
              <a:lnSpc>
                <a:spcPct val="100000"/>
              </a:lnSpc>
              <a:spcBef>
                <a:spcPct val="20000"/>
              </a:spcBef>
              <a:spcAft>
                <a:spcPts val="0"/>
              </a:spcAft>
              <a:buClrTx/>
              <a:buSzTx/>
              <a:defRPr/>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Backend </a:t>
            </a:r>
            <a:r>
              <a:rPr 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sz="1800" noProof="0" dirty="0">
                <a:ln>
                  <a:noFill/>
                </a:ln>
                <a:solidFill>
                  <a:prstClr val="black"/>
                </a:solidFill>
                <a:effectLst/>
                <a:uLnTx/>
                <a:uFillTx/>
                <a:latin typeface="Times New Roman" panose="02020603050405020304" charset="0"/>
                <a:cs typeface="Times New Roman" panose="02020603050405020304" charset="0"/>
                <a:sym typeface="+mn-ea"/>
              </a:rPr>
              <a:t>Python , Django</a:t>
            </a:r>
            <a:r>
              <a:rPr lang="en-US"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algn="l" defTabSz="914400" rtl="0" eaLnBrk="1" fontAlgn="auto" latinLnBrk="0" hangingPunct="1">
              <a:lnSpc>
                <a:spcPct val="100000"/>
              </a:lnSpc>
              <a:spcBef>
                <a:spcPct val="20000"/>
              </a:spcBef>
              <a:spcAft>
                <a:spcPts val="0"/>
              </a:spcAft>
              <a:buClrTx/>
              <a:buSzTx/>
              <a:defRPr/>
            </a:pPr>
            <a:r>
              <a:rPr lang="en-US"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altLang="en-US" sz="2000" b="1" u="sng" noProof="0" dirty="0">
                <a:ln>
                  <a:noFill/>
                </a:ln>
                <a:solidFill>
                  <a:prstClr val="black"/>
                </a:solidFill>
                <a:effectLst/>
                <a:uLnTx/>
                <a:uFillTx/>
                <a:latin typeface="Times New Roman" panose="02020603050405020304" charset="0"/>
                <a:cs typeface="Times New Roman" panose="02020603050405020304" charset="0"/>
                <a:sym typeface="+mn-ea"/>
              </a:rPr>
              <a:t>ML</a:t>
            </a:r>
            <a:r>
              <a:rPr lang="en-US" alt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sz="1800" noProof="0" dirty="0">
                <a:ln>
                  <a:noFill/>
                </a:ln>
                <a:solidFill>
                  <a:prstClr val="black"/>
                </a:solidFill>
                <a:effectLst/>
                <a:uLnTx/>
                <a:uFillTx/>
                <a:latin typeface="Times New Roman" panose="02020603050405020304" charset="0"/>
                <a:cs typeface="Times New Roman" panose="02020603050405020304" charset="0"/>
                <a:sym typeface="+mn-ea"/>
              </a:rPr>
              <a:t>PytTorch, </a:t>
            </a: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HuggingFace Transformers, Sentence-Transformers, Scikit-learn  </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algn="l" defTabSz="914400" rtl="0" eaLnBrk="1" fontAlgn="auto" latinLnBrk="0" hangingPunct="1">
              <a:lnSpc>
                <a:spcPct val="100000"/>
              </a:lnSpc>
              <a:spcBef>
                <a:spcPct val="20000"/>
              </a:spcBef>
              <a:spcAft>
                <a:spcPts val="0"/>
              </a:spcAft>
              <a:buClrTx/>
              <a:buSzTx/>
              <a:defRPr/>
            </a:pPr>
            <a:r>
              <a:rPr lang="en-US" altLang="en-US" sz="2000" b="1" u="sng" noProof="0" dirty="0">
                <a:ln>
                  <a:noFill/>
                </a:ln>
                <a:solidFill>
                  <a:prstClr val="black"/>
                </a:solidFill>
                <a:effectLst/>
                <a:uLnTx/>
                <a:uFillTx/>
                <a:latin typeface="Times New Roman" panose="02020603050405020304" charset="0"/>
                <a:cs typeface="Times New Roman" panose="02020603050405020304" charset="0"/>
                <a:sym typeface="+mn-ea"/>
              </a:rPr>
              <a:t>Frontend:</a:t>
            </a:r>
            <a:r>
              <a:rPr lang="en-US" altLang="en-US" b="1"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HTML, CSS3, Bootstrap, JavaScript, jQuery</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algn="l" defTabSz="914400" rtl="0" eaLnBrk="1" fontAlgn="auto" latinLnBrk="0" hangingPunct="1">
              <a:lnSpc>
                <a:spcPct val="100000"/>
              </a:lnSpc>
              <a:spcBef>
                <a:spcPct val="20000"/>
              </a:spcBef>
              <a:spcAft>
                <a:spcPts val="0"/>
              </a:spcAft>
              <a:buClrTx/>
              <a:buSzTx/>
              <a:defRPr/>
            </a:pPr>
            <a:r>
              <a:rPr lang="en-US" altLang="en-US" sz="2000" b="1" u="sng" noProof="0" dirty="0">
                <a:ln>
                  <a:noFill/>
                </a:ln>
                <a:solidFill>
                  <a:prstClr val="black"/>
                </a:solidFill>
                <a:effectLst/>
                <a:uLnTx/>
                <a:uFillTx/>
                <a:latin typeface="Times New Roman" panose="02020603050405020304" charset="0"/>
                <a:cs typeface="Times New Roman" panose="02020603050405020304" charset="0"/>
                <a:sym typeface="+mn-ea"/>
              </a:rPr>
              <a:t>Database:</a:t>
            </a:r>
            <a:r>
              <a:rPr lang="en-US" alt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SQLlite </a:t>
            </a:r>
            <a:endParaRPr lang="en-US" altLang="en-US" b="1"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algn="l" defTabSz="914400" rtl="0" eaLnBrk="1" fontAlgn="auto" latinLnBrk="0" hangingPunct="1">
              <a:lnSpc>
                <a:spcPct val="100000"/>
              </a:lnSpc>
              <a:spcBef>
                <a:spcPct val="20000"/>
              </a:spcBef>
              <a:spcAft>
                <a:spcPts val="0"/>
              </a:spcAft>
              <a:buClrTx/>
              <a:buSzTx/>
              <a:defRPr/>
            </a:pPr>
            <a:r>
              <a:rPr lang="en-US" altLang="en-US" sz="2000" b="1" u="sng" noProof="0" dirty="0">
                <a:ln>
                  <a:noFill/>
                </a:ln>
                <a:solidFill>
                  <a:prstClr val="black"/>
                </a:solidFill>
                <a:effectLst/>
                <a:uLnTx/>
                <a:uFillTx/>
                <a:latin typeface="Times New Roman" panose="02020603050405020304" charset="0"/>
                <a:cs typeface="Times New Roman" panose="02020603050405020304" charset="0"/>
                <a:sym typeface="+mn-ea"/>
              </a:rPr>
              <a:t>Libraries :</a:t>
            </a:r>
            <a:r>
              <a:rPr lang="en-US" altLang="en-US" b="1" noProof="0" dirty="0">
                <a:ln>
                  <a:noFill/>
                </a:ln>
                <a:solidFill>
                  <a:prstClr val="black"/>
                </a:solidFill>
                <a:effectLst/>
                <a:uLnTx/>
                <a:uFillTx/>
                <a:latin typeface="Times New Roman" panose="02020603050405020304" charset="0"/>
                <a:cs typeface="Times New Roman" panose="02020603050405020304" charset="0"/>
                <a:sym typeface="+mn-ea"/>
              </a:rPr>
              <a:t> </a:t>
            </a: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Pillow (</a:t>
            </a:r>
            <a:r>
              <a:rPr lang="en-US" altLang="en-US" sz="1800" b="1" noProof="0" dirty="0">
                <a:ln>
                  <a:noFill/>
                </a:ln>
                <a:solidFill>
                  <a:prstClr val="black"/>
                </a:solidFill>
                <a:effectLst/>
                <a:uLnTx/>
                <a:uFillTx/>
                <a:latin typeface="Times New Roman" panose="02020603050405020304" charset="0"/>
                <a:cs typeface="Times New Roman" panose="02020603050405020304" charset="0"/>
                <a:sym typeface="+mn-ea"/>
              </a:rPr>
              <a:t>Image Processing), </a:t>
            </a: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ReportLab </a:t>
            </a:r>
            <a:r>
              <a:rPr lang="en-US" altLang="en-US" sz="1800" b="1" noProof="0" dirty="0">
                <a:ln>
                  <a:noFill/>
                </a:ln>
                <a:solidFill>
                  <a:prstClr val="black"/>
                </a:solidFill>
                <a:effectLst/>
                <a:uLnTx/>
                <a:uFillTx/>
                <a:latin typeface="Times New Roman" panose="02020603050405020304" charset="0"/>
                <a:cs typeface="Times New Roman" panose="02020603050405020304" charset="0"/>
                <a:sym typeface="+mn-ea"/>
              </a:rPr>
              <a:t>(PDF generation)</a:t>
            </a:r>
            <a:endParaRPr lang="en-US" altLang="en-US" sz="1800" b="1" noProof="0" dirty="0">
              <a:ln>
                <a:noFill/>
              </a:ln>
              <a:solidFill>
                <a:prstClr val="black"/>
              </a:solidFill>
              <a:effectLst/>
              <a:uLnTx/>
              <a:uFillTx/>
              <a:latin typeface="Times New Roman" panose="02020603050405020304" charset="0"/>
              <a:cs typeface="Times New Roman" panose="02020603050405020304" charset="0"/>
              <a:sym typeface="+mn-ea"/>
            </a:endParaRPr>
          </a:p>
          <a:p>
            <a:pPr marL="285750" marR="0" lvl="0" indent="-285750" algn="l" defTabSz="914400" rtl="0" eaLnBrk="1" fontAlgn="auto" latinLnBrk="0" hangingPunct="1">
              <a:lnSpc>
                <a:spcPct val="100000"/>
              </a:lnSpc>
              <a:spcBef>
                <a:spcPct val="20000"/>
              </a:spcBef>
              <a:spcAft>
                <a:spcPts val="0"/>
              </a:spcAft>
              <a:buClrTx/>
              <a:buSzTx/>
              <a:defRPr/>
            </a:pPr>
            <a:endParaRPr lang="en-US"/>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3</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219200"/>
            <a:ext cx="7620000" cy="4800600"/>
          </a:xfrm>
        </p:spPr>
        <p:txBody>
          <a:bodyPr>
            <a:normAutofit lnSpcReduction="10000"/>
          </a:bodyPr>
          <a:p>
            <a:pPr marL="114300" indent="0">
              <a:buNone/>
            </a:pPr>
            <a:r>
              <a:rPr lang="en-US" sz="2000" b="1" u="sng" noProof="0" dirty="0">
                <a:ln>
                  <a:noFill/>
                </a:ln>
                <a:solidFill>
                  <a:prstClr val="black"/>
                </a:solidFill>
                <a:effectLst/>
                <a:uLnTx/>
                <a:uFillTx/>
                <a:latin typeface="Times New Roman" panose="02020603050405020304" charset="0"/>
                <a:cs typeface="Times New Roman" panose="02020603050405020304" charset="0"/>
                <a:sym typeface="+mn-ea"/>
              </a:rPr>
              <a:t>Project Scope</a:t>
            </a:r>
            <a:r>
              <a:rPr lang="en-US" sz="2000" b="1" noProof="0" dirty="0">
                <a:ln>
                  <a:noFill/>
                </a:ln>
                <a:solidFill>
                  <a:prstClr val="black"/>
                </a:solidFill>
                <a:effectLst/>
                <a:uLnTx/>
                <a:uFillTx/>
                <a:latin typeface="Times New Roman" panose="02020603050405020304" charset="0"/>
                <a:cs typeface="Times New Roman" panose="02020603050405020304" charset="0"/>
                <a:sym typeface="+mn-ea"/>
              </a:rPr>
              <a:t> </a:t>
            </a:r>
            <a:endParaRPr lang="en-US" sz="2000" b="1" u="sng"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Detect AI-generated textual content in documents.</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Identify AI-generated images using deep learning models.</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Perform sentence-wise AI vs Human classification.</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Provide probability-based accuracy scores.</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Generate downloadable PDF reports.</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r>
              <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rPr>
              <a:t>Restrict report downloads through authentication.</a:t>
            </a: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endParaRPr lang="en-US" altLang="en-US" sz="1800" noProof="0" dirty="0">
              <a:ln>
                <a:noFill/>
              </a:ln>
              <a:solidFill>
                <a:prstClr val="black"/>
              </a:solidFill>
              <a:effectLst/>
              <a:uLnTx/>
              <a:uFillTx/>
              <a:latin typeface="Times New Roman" panose="02020603050405020304" charset="0"/>
              <a:cs typeface="Times New Roman" panose="02020603050405020304" charset="0"/>
              <a:sym typeface="+mn-ea"/>
            </a:endParaRPr>
          </a:p>
          <a:p>
            <a:pPr>
              <a:buFont typeface="Arial" panose="020B0604020202020204" pitchFamily="34" charset="0"/>
              <a:buChar char="•"/>
            </a:pPr>
            <a:endParaRPr lang="en-US" altLang="en-US" sz="2000" noProof="0" dirty="0">
              <a:ln>
                <a:noFill/>
              </a:ln>
              <a:solidFill>
                <a:prstClr val="black"/>
              </a:solidFill>
              <a:effectLst/>
              <a:uLnTx/>
              <a:uFillTx/>
              <a:latin typeface="Times New Roman" panose="02020603050405020304" charset="0"/>
              <a:cs typeface="Times New Roman" panose="02020603050405020304" charset="0"/>
              <a:sym typeface="+mn-ea"/>
            </a:endParaRPr>
          </a:p>
          <a:p>
            <a:pPr marL="114300" indent="0">
              <a:buFont typeface="Arial" panose="020B0604020202020204" pitchFamily="34" charset="0"/>
              <a:buNone/>
            </a:pPr>
            <a:endParaRPr lang="en-US" altLang="en-US" sz="2000" noProof="0" dirty="0">
              <a:ln>
                <a:noFill/>
              </a:ln>
              <a:solidFill>
                <a:prstClr val="black"/>
              </a:solidFill>
              <a:effectLst/>
              <a:uLnTx/>
              <a:uFillTx/>
              <a:latin typeface="Times New Roman" panose="02020603050405020304" charset="0"/>
              <a:cs typeface="Times New Roman" panose="02020603050405020304" charset="0"/>
              <a:sym typeface="+mn-ea"/>
            </a:endParaRPr>
          </a:p>
          <a:p>
            <a:endParaRPr lang="en-US" altLang="en-US" sz="2000" noProof="0" dirty="0">
              <a:ln>
                <a:noFill/>
              </a:ln>
              <a:solidFill>
                <a:prstClr val="black"/>
              </a:solidFill>
              <a:effectLst/>
              <a:uLnTx/>
              <a:uFillTx/>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4</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295400"/>
            <a:ext cx="7620000" cy="4800600"/>
          </a:xfrm>
        </p:spPr>
        <p:txBody>
          <a:bodyPr>
            <a:normAutofit/>
          </a:bodyPr>
          <a:p>
            <a:pPr marL="114300" indent="0">
              <a:buNone/>
            </a:pPr>
            <a:r>
              <a:rPr lang="en-US" sz="2000" b="1" u="sng" noProof="0" dirty="0">
                <a:solidFill>
                  <a:prstClr val="black"/>
                </a:solidFill>
                <a:uLnTx/>
                <a:uFillTx/>
                <a:latin typeface="Times New Roman" panose="02020603050405020304" charset="0"/>
                <a:cs typeface="Times New Roman" panose="02020603050405020304" charset="0"/>
                <a:sym typeface="+mn-ea"/>
              </a:rPr>
              <a:t>Objectives of the Project</a:t>
            </a:r>
            <a:endParaRPr lang="en-US" altLang="en-US"/>
          </a:p>
          <a:p>
            <a:r>
              <a:rPr lang="en-US" altLang="en-US" sz="1800">
                <a:latin typeface="Times New Roman" panose="02020603050405020304" charset="0"/>
                <a:cs typeface="Times New Roman" panose="02020603050405020304" charset="0"/>
              </a:rPr>
              <a:t>To develop a web-based AI content detection system.</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classify uploaded documents as AI-generated or Human-written.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perform sentence-level AI detection with color highlighting.</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detect AI-generated images using pretrained CNN models.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calculate semantic similarity with AI writing patterns.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generate structured PDF analysis reports.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To implement secure user authentication for report downloads.</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5</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122238"/>
            <a:ext cx="7620000" cy="1143000"/>
          </a:xfrm>
        </p:spPr>
        <p:txBody>
          <a:bodyPr/>
          <a:p>
            <a:pPr algn="ctr"/>
            <a:r>
              <a:rPr lang="en-US" sz="2400" b="1" u="sng" dirty="0">
                <a:solidFill>
                  <a:schemeClr val="tx1"/>
                </a:solidFill>
                <a:latin typeface="Times New Roman" panose="02020603050405020304" charset="0"/>
                <a:cs typeface="Times New Roman" panose="02020603050405020304" charset="0"/>
                <a:sym typeface="+mn-ea"/>
              </a:rPr>
              <a:t>Project Description</a:t>
            </a:r>
            <a:endParaRPr lang="en-US" sz="2400" b="1" u="sng" dirty="0">
              <a:solidFill>
                <a:schemeClr val="tx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609600" y="1143000"/>
            <a:ext cx="7620000" cy="5267325"/>
          </a:xfrm>
        </p:spPr>
        <p:txBody>
          <a:bodyPr>
            <a:normAutofit fontScale="30000"/>
          </a:bodyPr>
          <a:p>
            <a:pPr marL="114300" indent="0">
              <a:buNone/>
            </a:pPr>
            <a:r>
              <a:rPr lang="en-US" sz="6700" b="1" u="sng" dirty="0">
                <a:latin typeface="Times New Roman" panose="02020603050405020304" charset="0"/>
                <a:cs typeface="Times New Roman" panose="02020603050405020304" charset="0"/>
                <a:sym typeface="+mn-ea"/>
              </a:rPr>
              <a:t>Introduction</a:t>
            </a:r>
            <a:r>
              <a:rPr lang="en-US" sz="6700" dirty="0">
                <a:latin typeface="Times New Roman" panose="02020603050405020304" charset="0"/>
                <a:cs typeface="Times New Roman" panose="02020603050405020304" charset="0"/>
                <a:sym typeface="+mn-ea"/>
              </a:rPr>
              <a:t> </a:t>
            </a:r>
            <a:endParaRPr lang="en-US" sz="6700" dirty="0">
              <a:latin typeface="Times New Roman" panose="02020603050405020304" charset="0"/>
              <a:cs typeface="Times New Roman" panose="02020603050405020304" charset="0"/>
              <a:sym typeface="+mn-ea"/>
            </a:endParaRPr>
          </a:p>
          <a:p>
            <a:r>
              <a:rPr lang="en-US" altLang="en-US" sz="6000">
                <a:latin typeface="Times New Roman" panose="02020603050405020304" charset="0"/>
                <a:cs typeface="Times New Roman" panose="02020603050405020304" charset="0"/>
              </a:rPr>
              <a:t>Artificial Intelligence tools developed by companies like OpenAI, Google, and Microsoft have made it easier to generate automated text and images. While these technologies increase productivity, they also create challenges in maintaining content authenticity and academic integrity.</a:t>
            </a:r>
            <a:endParaRPr lang="en-US" altLang="en-US" sz="6000">
              <a:latin typeface="Times New Roman" panose="02020603050405020304" charset="0"/>
              <a:cs typeface="Times New Roman" panose="02020603050405020304" charset="0"/>
            </a:endParaRPr>
          </a:p>
          <a:p>
            <a:r>
              <a:rPr lang="en-US" altLang="en-US" sz="6000">
                <a:latin typeface="Times New Roman" panose="02020603050405020304" charset="0"/>
                <a:cs typeface="Times New Roman" panose="02020603050405020304" charset="0"/>
              </a:rPr>
              <a:t>The proposed system is a web-based AI Document and Image Scanner that analyzes documents, text inputs, and images to identify whether the content is AI-generated or human-written. The system performs AI probability analysis, sentence-level highlighting, similarity detection with AI writing patterns, and AI image detection. It also generates secure downloadable reports using NLP and computer vision techniques implemented in a Django-based web application.</a:t>
            </a:r>
            <a:endParaRPr lang="en-US" altLang="en-US" sz="60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6</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219200"/>
            <a:ext cx="7620000" cy="5518150"/>
          </a:xfrm>
        </p:spPr>
        <p:txBody>
          <a:bodyPr>
            <a:normAutofit/>
          </a:bodyPr>
          <a:p>
            <a:pPr marL="114300" indent="0">
              <a:buNone/>
            </a:pPr>
            <a:r>
              <a:rPr lang="en-US" sz="2000" b="1" u="sng" dirty="0">
                <a:latin typeface="Times New Roman" panose="02020603050405020304" charset="0"/>
                <a:cs typeface="Times New Roman" panose="02020603050405020304" charset="0"/>
                <a:sym typeface="+mn-ea"/>
              </a:rPr>
              <a:t>Problem Statement</a:t>
            </a:r>
            <a:endParaRPr lang="en-US" sz="2000" b="1" u="sng">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AI-generated assignments and essays submitted as original work</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Difficulty in identifying AI-written content manually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Lack of sentence-level AI classification in many tools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No unified system that detects both AI text and AI images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Limited transparency in similarity estimation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There is a need for a robust, multi-modal detection system capable of identifying AI-generated text and images with measurable accuracy and explainable outputs.</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7</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143000"/>
            <a:ext cx="7620000" cy="4800600"/>
          </a:xfrm>
        </p:spPr>
        <p:txBody>
          <a:bodyPr>
            <a:normAutofit lnSpcReduction="20000"/>
          </a:bodyPr>
          <a:p>
            <a:pPr marL="114300" indent="0">
              <a:buNone/>
            </a:pPr>
            <a:r>
              <a:rPr lang="en-US" sz="2000" b="1" u="sng" dirty="0">
                <a:latin typeface="Times New Roman" panose="02020603050405020304" charset="0"/>
                <a:cs typeface="Times New Roman" panose="02020603050405020304" charset="0"/>
                <a:sym typeface="+mn-ea"/>
              </a:rPr>
              <a:t>Existing System</a:t>
            </a:r>
            <a:endParaRPr lang="en-US" altLang="en-US" sz="2000" b="1" u="sng">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Currently available tools include: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Turnitin – Primarily focused on plagiarism detection with limited AI detection capability.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Copyleaks – Provides AI detection but lacks deep transparency in model explanation.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Other standalone AI detectors – Provide probability scores but often do not perform sentence-level analysis or image detection.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sym typeface="+mn-ea"/>
              </a:rPr>
              <a:t>Most existing systems focus only on textual plagiarism rather than AI-authorship detection and rarely combine text and image analysis.</a:t>
            </a:r>
            <a:endParaRPr lang="en-US" altLang="en-US" sz="1800">
              <a:latin typeface="Times New Roman" panose="02020603050405020304" charset="0"/>
              <a:cs typeface="Times New Roman" panose="02020603050405020304" charset="0"/>
            </a:endParaRPr>
          </a:p>
          <a:p>
            <a:pPr marL="114300" indent="0">
              <a:buNone/>
            </a:pP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8</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lnSpcReduction="20000"/>
          </a:bodyPr>
          <a:p>
            <a:pPr marL="114300" indent="0">
              <a:buNone/>
            </a:pPr>
            <a:r>
              <a:rPr lang="en-US" sz="2000" b="1" u="sng" dirty="0">
                <a:latin typeface="Times New Roman" panose="02020603050405020304" charset="0"/>
                <a:cs typeface="Times New Roman" panose="02020603050405020304" charset="0"/>
                <a:sym typeface="+mn-ea"/>
              </a:rPr>
              <a:t>Limitations of Existing System</a:t>
            </a:r>
            <a:endParaRPr lang="en-US" altLang="en-US"/>
          </a:p>
          <a:p>
            <a:r>
              <a:rPr lang="en-US" altLang="en-US" sz="1800">
                <a:latin typeface="Times New Roman" panose="02020603050405020304" charset="0"/>
                <a:cs typeface="Times New Roman" panose="02020603050405020304" charset="0"/>
              </a:rPr>
              <a:t>No integrated multi-modal detection (text + image in one platform).</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Limited sentence-wise highlighting.</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Lack of AI-style similarity explanation.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Report download not always secured with authentication.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Black-box output without technical transparency.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High dependency on internet-based APIs.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These limitations reduce trust and analytical clarity.</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9</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371600"/>
            <a:ext cx="7620000" cy="4800600"/>
          </a:xfrm>
        </p:spPr>
        <p:txBody>
          <a:bodyPr/>
          <a:p>
            <a:pPr marL="114300" indent="0">
              <a:buNone/>
            </a:pPr>
            <a:r>
              <a:rPr lang="en-US" sz="2000" b="1" u="sng" dirty="0">
                <a:latin typeface="Times New Roman" panose="02020603050405020304" charset="0"/>
                <a:cs typeface="Times New Roman" panose="02020603050405020304" charset="0"/>
                <a:sym typeface="+mn-ea"/>
              </a:rPr>
              <a:t>Proposed System</a:t>
            </a:r>
            <a:endParaRPr lang="en-US" altLang="en-US" sz="2000" b="1" u="sng">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The proposed system introduces a comprehensive AI detection platform with the following capabilities: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Upload and analyze PDF, DOCX, and TXT documents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Sentence-wise AI classification with red (AI) and green (Human) highlights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AI probability (%) and Human probability (%) display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AI-style semantic similarity calculation using embeddings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AI-generated image classification using pretrained CNN models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Authentication-based PDF report download</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Structured result visualization with dynamic UI</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10</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447800"/>
            <a:ext cx="7620000" cy="4800600"/>
          </a:xfrm>
        </p:spPr>
        <p:txBody>
          <a:bodyPr>
            <a:normAutofit/>
          </a:bodyPr>
          <a:p>
            <a:pPr marL="114300" indent="0">
              <a:buNone/>
            </a:pPr>
            <a:r>
              <a:rPr lang="en-US" sz="2000" b="1" u="sng" dirty="0">
                <a:latin typeface="Times New Roman" panose="02020603050405020304" charset="0"/>
                <a:cs typeface="Times New Roman" panose="02020603050405020304" charset="0"/>
                <a:sym typeface="+mn-ea"/>
              </a:rPr>
              <a:t>Advantages of Proposed System</a:t>
            </a:r>
            <a:endParaRPr lang="en-US" altLang="en-US">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Multi-modal detection (Text + Image).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Sentence-level explainable AI classification.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Secure user authentication for report downloads.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Scalable backend architecture.</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Research-oriented design suitable for academic environments.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Modular ML integration for future expansion.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This makes the system more transparent and reliable compared to existing tools.</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11</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33400" y="427038"/>
            <a:ext cx="7620000" cy="1143000"/>
          </a:xfrm>
        </p:spPr>
        <p:txBody>
          <a:bodyPr/>
          <a:p>
            <a:pPr algn="ctr"/>
            <a:r>
              <a:rPr lang="en-US" altLang="en-US" sz="2400" b="1" u="sng">
                <a:latin typeface="Times New Roman" panose="02020603050405020304" charset="0"/>
                <a:cs typeface="Times New Roman" panose="02020603050405020304" charset="0"/>
                <a:sym typeface="+mn-ea"/>
              </a:rPr>
              <a:t>Modules </a:t>
            </a:r>
            <a:endParaRPr lang="en-US" altLang="en-US" sz="2400" b="1" u="sng">
              <a:latin typeface="Times New Roman" panose="02020603050405020304" charset="0"/>
              <a:cs typeface="Times New Roman" panose="02020603050405020304" charset="0"/>
              <a:sym typeface="+mn-ea"/>
            </a:endParaRPr>
          </a:p>
        </p:txBody>
      </p:sp>
      <p:sp>
        <p:nvSpPr>
          <p:cNvPr id="8" name="Content Placeholder 7"/>
          <p:cNvSpPr>
            <a:spLocks noGrp="1"/>
          </p:cNvSpPr>
          <p:nvPr>
            <p:ph idx="1"/>
          </p:nvPr>
        </p:nvSpPr>
        <p:spPr>
          <a:xfrm>
            <a:off x="609600" y="1524000"/>
            <a:ext cx="7620000" cy="4800600"/>
          </a:xfrm>
        </p:spPr>
        <p:txBody>
          <a:bodyPr>
            <a:normAutofit/>
          </a:bodyPr>
          <a:p>
            <a:pPr marL="114300" indent="0">
              <a:buNone/>
            </a:pPr>
            <a:r>
              <a:rPr lang="en-US" altLang="en-US" sz="2000" b="1" u="sng">
                <a:latin typeface="Times New Roman" panose="02020603050405020304" charset="0"/>
                <a:cs typeface="Times New Roman" panose="02020603050405020304" charset="0"/>
              </a:rPr>
              <a:t>1. User Authentication Module</a:t>
            </a:r>
            <a:endParaRPr lang="en-US" altLang="en-US" sz="2000" b="1" u="sng">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Registration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Login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Secure session handling</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Report access control</a:t>
            </a:r>
            <a:endParaRPr lang="en-US" altLang="en-US" sz="1800">
              <a:latin typeface="Times New Roman" panose="02020603050405020304" charset="0"/>
              <a:cs typeface="Times New Roman" panose="02020603050405020304" charset="0"/>
            </a:endParaRPr>
          </a:p>
          <a:p>
            <a:pPr marL="114300" indent="0">
              <a:buNone/>
            </a:pPr>
            <a:r>
              <a:rPr lang="en-US" altLang="en-US" sz="2000" b="1" u="sng">
                <a:latin typeface="Times New Roman" panose="02020603050405020304" charset="0"/>
                <a:cs typeface="Times New Roman" panose="02020603050405020304" charset="0"/>
              </a:rPr>
              <a:t>2. Document Upload Module</a:t>
            </a:r>
            <a:endParaRPr lang="en-US" altLang="en-US" sz="2000" b="1" u="sng">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PDF/DOCX/TXT file handling</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Text extraction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Data cleaning and preprocessing</a:t>
            </a:r>
            <a:endParaRPr lang="en-US" altLang="en-US" sz="1800">
              <a:latin typeface="Times New Roman" panose="02020603050405020304" charset="0"/>
              <a:cs typeface="Times New Roman" panose="02020603050405020304" charset="0"/>
            </a:endParaRPr>
          </a:p>
          <a:p>
            <a:pPr marL="114300" indent="0">
              <a:buNone/>
            </a:pPr>
            <a:r>
              <a:rPr lang="en-US" altLang="en-US" sz="2000" b="1" u="sng">
                <a:latin typeface="Times New Roman" panose="02020603050405020304" charset="0"/>
                <a:cs typeface="Times New Roman" panose="02020603050405020304" charset="0"/>
              </a:rPr>
              <a:t>3. Text AI Detection Module</a:t>
            </a:r>
            <a:endParaRPr lang="en-US" altLang="en-US" sz="2000" b="1" u="sng">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Sentence tokenization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AI vs Human probability calculation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Highlight rendering</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12</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066800"/>
            <a:ext cx="7620000" cy="5547360"/>
          </a:xfrm>
        </p:spPr>
        <p:txBody>
          <a:bodyPr>
            <a:normAutofit/>
          </a:bodyPr>
          <a:p>
            <a:pPr marL="114300" indent="0">
              <a:buNone/>
            </a:pPr>
            <a:r>
              <a:rPr lang="en-US" altLang="en-US" sz="2000" b="1" u="sng">
                <a:latin typeface="Times New Roman" panose="02020603050405020304" charset="0"/>
                <a:cs typeface="Times New Roman" panose="02020603050405020304" charset="0"/>
              </a:rPr>
              <a:t>4. Similarity Estimation Module</a:t>
            </a:r>
            <a:endParaRPr lang="en-US" altLang="en-US" sz="1800" u="sng">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Sentence embeddings</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Cosine similarity calculation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AI style similarity %</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pPr marL="114300" indent="0">
              <a:buNone/>
            </a:pPr>
            <a:r>
              <a:rPr lang="en-US" altLang="en-US" sz="2000" b="1" u="sng">
                <a:latin typeface="Times New Roman" panose="02020603050405020304" charset="0"/>
                <a:cs typeface="Times New Roman" panose="02020603050405020304" charset="0"/>
              </a:rPr>
              <a:t>5. Image Detection Module</a:t>
            </a:r>
            <a:endParaRPr lang="en-US" altLang="en-US" sz="2000" u="sng">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Image preprocessing</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CNN-based classification</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AI-generated probability output</a:t>
            </a:r>
            <a:endParaRPr lang="en-US" altLang="en-US" sz="1800">
              <a:latin typeface="Times New Roman" panose="02020603050405020304" charset="0"/>
              <a:cs typeface="Times New Roman" panose="02020603050405020304" charset="0"/>
            </a:endParaRPr>
          </a:p>
          <a:p>
            <a:pPr lvl="1"/>
            <a:endParaRPr lang="en-US" altLang="en-US" sz="1800">
              <a:latin typeface="Times New Roman" panose="02020603050405020304" charset="0"/>
              <a:cs typeface="Times New Roman" panose="02020603050405020304" charset="0"/>
            </a:endParaRPr>
          </a:p>
          <a:p>
            <a:pPr marL="114300" indent="0">
              <a:buNone/>
            </a:pPr>
            <a:r>
              <a:rPr lang="en-US" altLang="en-US" sz="2000" b="1" u="sng">
                <a:latin typeface="Times New Roman" panose="02020603050405020304" charset="0"/>
                <a:cs typeface="Times New Roman" panose="02020603050405020304" charset="0"/>
              </a:rPr>
              <a:t>6. Report Generation Module</a:t>
            </a:r>
            <a:endParaRPr lang="en-US" altLang="en-US" sz="2000" b="1" u="sng">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PDF report creation using ReportLab</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Accuracy metrics</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Conclusion summary</a:t>
            </a:r>
            <a:endParaRPr lang="en-US" altLang="en-US" sz="1800">
              <a:latin typeface="Times New Roman" panose="02020603050405020304" charset="0"/>
              <a:cs typeface="Times New Roman" panose="02020603050405020304" charset="0"/>
            </a:endParaRPr>
          </a:p>
          <a:p>
            <a:pPr lvl="1"/>
            <a:r>
              <a:rPr lang="en-US" altLang="en-US" sz="1800">
                <a:latin typeface="Times New Roman" panose="02020603050405020304" charset="0"/>
                <a:cs typeface="Times New Roman" panose="02020603050405020304" charset="0"/>
              </a:rPr>
              <a:t>Download restriction via login</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13</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400" b="1" dirty="0">
                <a:solidFill>
                  <a:schemeClr val="tx1"/>
                </a:solidFill>
                <a:latin typeface="Times New Roman" panose="02020603050405020304" charset="0"/>
                <a:cs typeface="Times New Roman" panose="02020603050405020304" charset="0"/>
                <a:sym typeface="+mn-ea"/>
              </a:rPr>
              <a:t>Project Scheduling &amp; Planning</a:t>
            </a:r>
            <a:endParaRPr lang="en-US" sz="2400" b="1" dirty="0">
              <a:solidFill>
                <a:schemeClr val="tx1"/>
              </a:solidFill>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609600" y="1417320"/>
            <a:ext cx="7620000" cy="5059680"/>
          </a:xfrm>
        </p:spPr>
        <p:txBody>
          <a:bodyPr>
            <a:normAutofit/>
          </a:bodyPr>
          <a:p>
            <a:pPr marL="114300" indent="0">
              <a:buNone/>
            </a:pPr>
            <a:r>
              <a:rPr lang="en-US" altLang="en-US" sz="2000" b="1" u="sng">
                <a:latin typeface="Times New Roman" panose="02020603050405020304" charset="0"/>
                <a:cs typeface="Times New Roman" panose="02020603050405020304" charset="0"/>
              </a:rPr>
              <a:t>Phase 1 – Foundation &amp; Setup</a:t>
            </a:r>
            <a:endParaRPr lang="en-US" altLang="en-US" sz="2000" u="sng">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Project Setup</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Install Library</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Implement user authentication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Design database models and configure admin panel</a:t>
            </a:r>
            <a:endParaRPr lang="en-US" altLang="en-US" sz="1800">
              <a:latin typeface="Times New Roman" panose="02020603050405020304" charset="0"/>
              <a:cs typeface="Times New Roman" panose="02020603050405020304" charset="0"/>
            </a:endParaRPr>
          </a:p>
          <a:p>
            <a:endParaRPr lang="en-US" altLang="en-US">
              <a:latin typeface="Times New Roman" panose="02020603050405020304" charset="0"/>
              <a:cs typeface="Times New Roman" panose="02020603050405020304" charset="0"/>
            </a:endParaRPr>
          </a:p>
          <a:p>
            <a:pPr marL="114300" indent="0">
              <a:buNone/>
            </a:pPr>
            <a:r>
              <a:rPr lang="en-US" altLang="en-US" sz="2000" b="1" u="sng">
                <a:latin typeface="Times New Roman" panose="02020603050405020304" charset="0"/>
                <a:cs typeface="Times New Roman" panose="02020603050405020304" charset="0"/>
              </a:rPr>
              <a:t>Phase 2 – Text AI Detection Engine</a:t>
            </a:r>
            <a:endParaRPr lang="en-US" altLang="en-US" sz="2000" b="1" u="sng">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Integrate HuggingFace model for AI text detection.</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Implement sentence-level analysis.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Build scoring metrics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Store analysis reports in the database.</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14</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09600" y="1295400"/>
            <a:ext cx="7620000" cy="4800600"/>
          </a:xfrm>
        </p:spPr>
        <p:txBody>
          <a:bodyPr>
            <a:normAutofit fontScale="90000" lnSpcReduction="10000"/>
          </a:bodyPr>
          <a:p>
            <a:pPr marL="114300" indent="0">
              <a:buNone/>
            </a:pPr>
            <a:r>
              <a:rPr lang="en-US" altLang="en-US" sz="2220" b="1" u="sng">
                <a:latin typeface="Times New Roman" panose="02020603050405020304" charset="0"/>
                <a:cs typeface="Times New Roman" panose="02020603050405020304" charset="0"/>
                <a:sym typeface="+mn-ea"/>
              </a:rPr>
              <a:t>Phase 3 – Image AI Detection</a:t>
            </a:r>
            <a:endParaRPr lang="en-US" altLang="en-US" sz="2220" u="sng">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sym typeface="+mn-ea"/>
              </a:rPr>
              <a:t>Build image processing pipeline using PyTorch.</a:t>
            </a:r>
            <a:endParaRPr lang="en-US" altLang="en-US" sz="2000">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rPr>
              <a:t>Load pretrained CNN model.</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sym typeface="+mn-ea"/>
              </a:rPr>
              <a:t>Predict AI-generated vs real images.</a:t>
            </a:r>
            <a:endParaRPr lang="en-US" altLang="en-US" sz="2000">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sym typeface="+mn-ea"/>
              </a:rPr>
              <a:t>Image detection model integration</a:t>
            </a:r>
            <a:endParaRPr lang="en-US" altLang="en-US" sz="2000">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sym typeface="+mn-ea"/>
              </a:rPr>
              <a:t>Store image analysis reports</a:t>
            </a:r>
            <a:r>
              <a:rPr lang="en-US" altLang="en-US" sz="1800">
                <a:latin typeface="Times New Roman" panose="02020603050405020304" charset="0"/>
                <a:cs typeface="Times New Roman" panose="02020603050405020304" charset="0"/>
                <a:sym typeface="+mn-ea"/>
              </a:rPr>
              <a:t>.</a:t>
            </a:r>
            <a:endParaRPr lang="en-US" altLang="en-US" sz="1800">
              <a:latin typeface="Times New Roman" panose="02020603050405020304" charset="0"/>
              <a:cs typeface="Times New Roman" panose="02020603050405020304" charset="0"/>
              <a:sym typeface="+mn-ea"/>
            </a:endParaRPr>
          </a:p>
          <a:p>
            <a:endParaRPr lang="en-US" altLang="en-US" sz="1800">
              <a:latin typeface="Times New Roman" panose="02020603050405020304" charset="0"/>
              <a:cs typeface="Times New Roman" panose="02020603050405020304" charset="0"/>
              <a:sym typeface="+mn-ea"/>
            </a:endParaRPr>
          </a:p>
          <a:p>
            <a:pPr marL="114300" indent="0">
              <a:buNone/>
            </a:pPr>
            <a:r>
              <a:rPr lang="en-US" altLang="en-US" b="1" u="sng">
                <a:latin typeface="Times New Roman" panose="02020603050405020304" charset="0"/>
                <a:cs typeface="Times New Roman" panose="02020603050405020304" charset="0"/>
                <a:sym typeface="+mn-ea"/>
              </a:rPr>
              <a:t>Phase 4 – Advanced Analysis &amp; Source ProbabilitySmall text testing</a:t>
            </a:r>
            <a:endParaRPr lang="en-US" altLang="en-US" sz="2000" b="1" u="sng">
              <a:latin typeface="Times New Roman" panose="02020603050405020304" charset="0"/>
              <a:cs typeface="Times New Roman" panose="02020603050405020304" charset="0"/>
            </a:endParaRPr>
          </a:p>
          <a:p>
            <a:r>
              <a:rPr lang="en-US" altLang="en-US" sz="2000">
                <a:latin typeface="Times New Roman" panose="02020603050405020304" charset="0"/>
                <a:cs typeface="Times New Roman" panose="02020603050405020304" charset="0"/>
                <a:sym typeface="+mn-ea"/>
              </a:rPr>
              <a:t>Extract stylometric features (sentence variation, vocabulary richness, repetition).</a:t>
            </a:r>
            <a:endParaRPr lang="en-US" altLang="en-US" sz="2000">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sym typeface="+mn-ea"/>
              </a:rPr>
              <a:t>Build a probability scoring system.</a:t>
            </a:r>
            <a:endParaRPr lang="en-US" altLang="en-US" sz="2000">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sym typeface="+mn-ea"/>
              </a:rPr>
              <a:t>Implement source classification logic.</a:t>
            </a:r>
            <a:endParaRPr lang="en-US" altLang="en-US" sz="2000">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sym typeface="+mn-ea"/>
              </a:rPr>
              <a:t>Combine outputs from text and statistical models.</a:t>
            </a:r>
            <a:endParaRPr lang="en-US" altLang="en-US" sz="2000">
              <a:latin typeface="Times New Roman" panose="02020603050405020304" charset="0"/>
              <a:cs typeface="Times New Roman" panose="02020603050405020304" charset="0"/>
              <a:sym typeface="+mn-ea"/>
            </a:endParaRPr>
          </a:p>
          <a:p>
            <a:r>
              <a:rPr lang="en-US" altLang="en-US" sz="2000">
                <a:latin typeface="Times New Roman" panose="02020603050405020304" charset="0"/>
                <a:cs typeface="Times New Roman" panose="02020603050405020304" charset="0"/>
                <a:sym typeface="+mn-ea"/>
              </a:rPr>
              <a:t>Calibrate accuracy.</a:t>
            </a:r>
            <a:endParaRPr lang="en-US" altLang="en-US" sz="200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15</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normAutofit/>
          </a:bodyPr>
          <a:p>
            <a:pPr marL="114300" indent="0">
              <a:buNone/>
            </a:pPr>
            <a:r>
              <a:rPr lang="en-US" altLang="en-US" sz="2000" b="1" u="sng">
                <a:latin typeface="Times New Roman" panose="02020603050405020304" charset="0"/>
                <a:cs typeface="Times New Roman" panose="02020603050405020304" charset="0"/>
                <a:sym typeface="+mn-ea"/>
              </a:rPr>
              <a:t>Phase 5 — Reporting &amp; SecurityPDF report generation</a:t>
            </a:r>
            <a:endParaRPr lang="en-US" altLang="en-US" sz="2000" b="1" u="sng">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Generate PDF reports using ReportLab.</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Restrict report downloads to authenticated users.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Implement secure file access and permission checks.</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Create download history tracking.</a:t>
            </a:r>
            <a:endParaRPr lang="en-US" altLang="en-US" sz="1800">
              <a:latin typeface="Times New Roman" panose="02020603050405020304" charset="0"/>
              <a:cs typeface="Times New Roman" panose="02020603050405020304" charset="0"/>
            </a:endParaRPr>
          </a:p>
          <a:p>
            <a:endParaRPr lang="en-US" altLang="en-US" sz="1800">
              <a:latin typeface="Times New Roman" panose="02020603050405020304" charset="0"/>
              <a:cs typeface="Times New Roman" panose="02020603050405020304" charset="0"/>
            </a:endParaRPr>
          </a:p>
          <a:p>
            <a:pPr marL="114300" indent="0">
              <a:buNone/>
            </a:pPr>
            <a:r>
              <a:rPr lang="en-US" altLang="en-US" sz="2000" b="1" u="sng">
                <a:latin typeface="Times New Roman" panose="02020603050405020304" charset="0"/>
                <a:cs typeface="Times New Roman" panose="02020603050405020304" charset="0"/>
              </a:rPr>
              <a:t>Phase 6 — Optimization &amp; Deployment</a:t>
            </a:r>
            <a:endParaRPr lang="en-US" altLang="en-US" sz="2000" b="1">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Optimize performance and ML loading.</a:t>
            </a:r>
            <a:endParaRPr lang="en-US" altLang="en-US" sz="1800">
              <a:latin typeface="Times New Roman" panose="02020603050405020304" charset="0"/>
              <a:cs typeface="Times New Roman" panose="02020603050405020304" charset="0"/>
            </a:endParaRPr>
          </a:p>
          <a:p>
            <a:r>
              <a:rPr lang="en-US" altLang="en-US" sz="1800">
                <a:latin typeface="Times New Roman" panose="02020603050405020304" charset="0"/>
                <a:cs typeface="Times New Roman" panose="02020603050405020304" charset="0"/>
              </a:rPr>
              <a:t>Conduct testing and handle edge cases.</a:t>
            </a:r>
            <a:endParaRPr lang="en-US" altLang="en-US" sz="1800">
              <a:latin typeface="Times New Roman" panose="02020603050405020304" charset="0"/>
              <a:cs typeface="Times New Roman" panose="02020603050405020304" charset="0"/>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16</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6" name="Text Box 5"/>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400" b="1" dirty="0">
                <a:latin typeface="Times New Roman" panose="02020603050405020304" charset="0"/>
                <a:cs typeface="Times New Roman" panose="02020603050405020304" charset="0"/>
                <a:sym typeface="+mn-ea"/>
              </a:rPr>
              <a:t>Gantt Chart</a:t>
            </a:r>
            <a:br>
              <a:rPr lang="en-US" sz="2400" b="1" dirty="0">
                <a:latin typeface="Times New Roman" panose="02020603050405020304" charset="0"/>
                <a:cs typeface="Times New Roman" panose="02020603050405020304" charset="0"/>
                <a:sym typeface="+mn-ea"/>
              </a:rPr>
            </a:br>
            <a:endParaRPr lang="en-US" sz="2400" b="1" dirty="0">
              <a:latin typeface="Times New Roman" panose="02020603050405020304" charset="0"/>
              <a:cs typeface="Times New Roman" panose="02020603050405020304" charset="0"/>
              <a:sym typeface="+mn-ea"/>
            </a:endParaRPr>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17</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8" name="Text Box 7"/>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pic>
        <p:nvPicPr>
          <p:cNvPr id="9" name="Content Placeholder 8" descr="Online Gantt 20260307 (2)"/>
          <p:cNvPicPr>
            <a:picLocks noChangeAspect="1"/>
          </p:cNvPicPr>
          <p:nvPr>
            <p:ph idx="1"/>
          </p:nvPr>
        </p:nvPicPr>
        <p:blipFill>
          <a:blip r:embed="rId1"/>
          <a:stretch>
            <a:fillRect/>
          </a:stretch>
        </p:blipFill>
        <p:spPr>
          <a:xfrm>
            <a:off x="139700" y="1875790"/>
            <a:ext cx="8249285" cy="37738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US" sz="2400" b="1" u="sng">
                <a:latin typeface="Times New Roman" panose="02020603050405020304" charset="0"/>
                <a:cs typeface="Times New Roman" panose="02020603050405020304" charset="0"/>
              </a:rPr>
              <a:t>Screen Shot</a:t>
            </a:r>
            <a:endParaRPr lang="en-US" sz="2400" b="1" u="sng">
              <a:latin typeface="Times New Roman" panose="02020603050405020304" charset="0"/>
              <a:cs typeface="Times New Roman" panose="02020603050405020304" charset="0"/>
            </a:endParaRPr>
          </a:p>
        </p:txBody>
      </p:sp>
      <p:pic>
        <p:nvPicPr>
          <p:cNvPr id="6" name="Content Placeholder 5" descr="Screenshot 2026-03-06 224339"/>
          <p:cNvPicPr>
            <a:picLocks noChangeAspect="1"/>
          </p:cNvPicPr>
          <p:nvPr>
            <p:ph idx="1"/>
          </p:nvPr>
        </p:nvPicPr>
        <p:blipFill>
          <a:blip r:embed="rId1"/>
          <a:stretch>
            <a:fillRect/>
          </a:stretch>
        </p:blipFill>
        <p:spPr>
          <a:xfrm>
            <a:off x="609600" y="2260600"/>
            <a:ext cx="7620000" cy="3630930"/>
          </a:xfrm>
          <a:prstGeom prst="rect">
            <a:avLst/>
          </a:prstGeom>
        </p:spPr>
      </p:pic>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18</a:t>
            </a:r>
            <a:endParaRPr lang="en-US"/>
          </a:p>
        </p:txBody>
      </p:sp>
      <p:sp>
        <p:nvSpPr>
          <p:cNvPr id="7" name="Text Box 6"/>
          <p:cNvSpPr txBox="1"/>
          <p:nvPr/>
        </p:nvSpPr>
        <p:spPr>
          <a:xfrm>
            <a:off x="609600" y="1485900"/>
            <a:ext cx="4572000" cy="706755"/>
          </a:xfrm>
          <a:prstGeom prst="rect">
            <a:avLst/>
          </a:prstGeom>
          <a:noFill/>
        </p:spPr>
        <p:txBody>
          <a:bodyPr wrap="square" rtlCol="0" anchor="t">
            <a:spAutoFit/>
          </a:bodyPr>
          <a:p>
            <a:pPr marL="342900" indent="-342900">
              <a:buFont typeface="Arial" panose="020B0604020202020204" pitchFamily="34" charset="0"/>
              <a:buChar char="•"/>
            </a:pPr>
            <a:r>
              <a:rPr lang="en-US" sz="2000" b="1" u="sng">
                <a:latin typeface="Times New Roman" panose="02020603050405020304" charset="0"/>
                <a:cs typeface="Times New Roman" panose="02020603050405020304" charset="0"/>
                <a:sym typeface="+mn-ea"/>
              </a:rPr>
              <a:t>Home Page:</a:t>
            </a:r>
            <a:endParaRPr lang="en-US" sz="2000" b="1" u="sng">
              <a:solidFill>
                <a:schemeClr val="tx1"/>
              </a:solidFill>
              <a:latin typeface="Times New Roman" panose="02020603050405020304" charset="0"/>
              <a:cs typeface="Times New Roman" panose="02020603050405020304" charset="0"/>
            </a:endParaRPr>
          </a:p>
          <a:p>
            <a:endParaRPr lang="en-US" sz="2000" b="1" u="sng">
              <a:solidFill>
                <a:schemeClr val="tx1"/>
              </a:solidFill>
              <a:latin typeface="Times New Roman" panose="02020603050405020304" charset="0"/>
              <a:cs typeface="Times New Roman" panose="02020603050405020304" charset="0"/>
            </a:endParaRPr>
          </a:p>
        </p:txBody>
      </p:sp>
      <p:sp>
        <p:nvSpPr>
          <p:cNvPr id="8" name="Text Box 7"/>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9" name="Text Box 8"/>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descr="Screenshot 2026-03-06 224354"/>
          <p:cNvPicPr>
            <a:picLocks noChangeAspect="1"/>
          </p:cNvPicPr>
          <p:nvPr>
            <p:ph idx="1"/>
          </p:nvPr>
        </p:nvPicPr>
        <p:blipFill>
          <a:blip r:embed="rId1"/>
          <a:stretch>
            <a:fillRect/>
          </a:stretch>
        </p:blipFill>
        <p:spPr>
          <a:xfrm>
            <a:off x="533400" y="2209800"/>
            <a:ext cx="7620000" cy="2664460"/>
          </a:xfrm>
          <a:prstGeom prst="rect">
            <a:avLst/>
          </a:prstGeom>
        </p:spPr>
      </p:pic>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19</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8" name="Text Box 7"/>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79438"/>
            <a:ext cx="7620000" cy="1143000"/>
          </a:xfrm>
        </p:spPr>
        <p:txBody>
          <a:bodyPr/>
          <a:p>
            <a:pPr marL="342900" indent="-342900">
              <a:buFont typeface="Arial" panose="020B0604020202020204" pitchFamily="34" charset="0"/>
              <a:buChar char="•"/>
            </a:pPr>
            <a:r>
              <a:rPr lang="en-US" sz="2000" b="1" u="sng">
                <a:solidFill>
                  <a:schemeClr val="tx1"/>
                </a:solidFill>
                <a:latin typeface="Times New Roman" panose="02020603050405020304" charset="0"/>
                <a:cs typeface="Times New Roman" panose="02020603050405020304" charset="0"/>
              </a:rPr>
              <a:t>Output:</a:t>
            </a:r>
            <a:endParaRPr lang="en-US" sz="2000" b="1" u="sng">
              <a:solidFill>
                <a:schemeClr val="tx1"/>
              </a:solidFill>
              <a:latin typeface="Times New Roman" panose="02020603050405020304" charset="0"/>
              <a:cs typeface="Times New Roman" panose="02020603050405020304" charset="0"/>
            </a:endParaRPr>
          </a:p>
        </p:txBody>
      </p:sp>
      <p:pic>
        <p:nvPicPr>
          <p:cNvPr id="6" name="Content Placeholder 5" descr="Screenshot 2026-03-06 224728"/>
          <p:cNvPicPr>
            <a:picLocks noChangeAspect="1"/>
          </p:cNvPicPr>
          <p:nvPr>
            <p:ph idx="1"/>
          </p:nvPr>
        </p:nvPicPr>
        <p:blipFill>
          <a:blip r:embed="rId1"/>
          <a:stretch>
            <a:fillRect/>
          </a:stretch>
        </p:blipFill>
        <p:spPr>
          <a:xfrm>
            <a:off x="1205230" y="1676400"/>
            <a:ext cx="6427470" cy="4800600"/>
          </a:xfrm>
          <a:prstGeom prst="rect">
            <a:avLst/>
          </a:prstGeom>
        </p:spPr>
      </p:pic>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20</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8" name="Text Box 7"/>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731838"/>
            <a:ext cx="7620000" cy="1143000"/>
          </a:xfrm>
        </p:spPr>
        <p:txBody>
          <a:bodyPr/>
          <a:p>
            <a:pPr marL="342900" indent="-342900" algn="l">
              <a:buFont typeface="Arial" panose="020B0604020202020204" pitchFamily="34" charset="0"/>
              <a:buChar char="•"/>
            </a:pPr>
            <a:r>
              <a:rPr lang="en-US" sz="2000" b="1" u="sng">
                <a:latin typeface="Times New Roman" panose="02020603050405020304" charset="0"/>
                <a:cs typeface="Times New Roman" panose="02020603050405020304" charset="0"/>
              </a:rPr>
              <a:t>Register:</a:t>
            </a:r>
            <a:endParaRPr lang="en-US" sz="2000" b="1" u="sng">
              <a:latin typeface="Times New Roman" panose="02020603050405020304" charset="0"/>
              <a:cs typeface="Times New Roman" panose="02020603050405020304" charset="0"/>
            </a:endParaRPr>
          </a:p>
        </p:txBody>
      </p:sp>
      <p:pic>
        <p:nvPicPr>
          <p:cNvPr id="7" name="Content Placeholder 6" descr="Screenshot 2026-03-06 224645"/>
          <p:cNvPicPr>
            <a:picLocks noChangeAspect="1"/>
          </p:cNvPicPr>
          <p:nvPr>
            <p:ph idx="1"/>
          </p:nvPr>
        </p:nvPicPr>
        <p:blipFill>
          <a:blip r:embed="rId1"/>
          <a:stretch>
            <a:fillRect/>
          </a:stretch>
        </p:blipFill>
        <p:spPr>
          <a:xfrm>
            <a:off x="1705610" y="1600200"/>
            <a:ext cx="5426710" cy="4800600"/>
          </a:xfrm>
          <a:prstGeom prst="rect">
            <a:avLst/>
          </a:prstGeom>
        </p:spPr>
      </p:pic>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21</a:t>
            </a:r>
            <a:endParaRPr lang="en-US"/>
          </a:p>
        </p:txBody>
      </p:sp>
      <p:sp>
        <p:nvSpPr>
          <p:cNvPr id="8" name="Text Box 7"/>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9" name="Text Box 8"/>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79438"/>
            <a:ext cx="7620000" cy="1143000"/>
          </a:xfrm>
        </p:spPr>
        <p:txBody>
          <a:bodyPr/>
          <a:p>
            <a:pPr marL="342900" indent="-342900">
              <a:buFont typeface="Arial" panose="020B0604020202020204" pitchFamily="34" charset="0"/>
              <a:buChar char="•"/>
            </a:pPr>
            <a:r>
              <a:rPr lang="en-US" sz="2000" b="1" u="sng">
                <a:latin typeface="Times New Roman" panose="02020603050405020304" charset="0"/>
                <a:cs typeface="Times New Roman" panose="02020603050405020304" charset="0"/>
              </a:rPr>
              <a:t>Login:</a:t>
            </a:r>
            <a:endParaRPr lang="en-US" sz="2000" b="1" u="sng">
              <a:latin typeface="Times New Roman" panose="02020603050405020304" charset="0"/>
              <a:cs typeface="Times New Roman" panose="02020603050405020304" charset="0"/>
            </a:endParaRPr>
          </a:p>
        </p:txBody>
      </p:sp>
      <p:pic>
        <p:nvPicPr>
          <p:cNvPr id="6" name="Content Placeholder 5" descr="Screenshot 2026-03-06 224632"/>
          <p:cNvPicPr>
            <a:picLocks noChangeAspect="1"/>
          </p:cNvPicPr>
          <p:nvPr>
            <p:ph idx="1"/>
          </p:nvPr>
        </p:nvPicPr>
        <p:blipFill>
          <a:blip r:embed="rId1"/>
          <a:stretch>
            <a:fillRect/>
          </a:stretch>
        </p:blipFill>
        <p:spPr>
          <a:xfrm>
            <a:off x="1916430" y="1600200"/>
            <a:ext cx="5005070" cy="4800600"/>
          </a:xfrm>
          <a:prstGeom prst="rect">
            <a:avLst/>
          </a:prstGeom>
        </p:spPr>
      </p:pic>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22</a:t>
            </a:r>
            <a:endParaRPr lang="en-US"/>
          </a:p>
        </p:txBody>
      </p:sp>
      <p:sp>
        <p:nvSpPr>
          <p:cNvPr id="7" name="Text Box 6"/>
          <p:cNvSpPr txBox="1"/>
          <p:nvPr/>
        </p:nvSpPr>
        <p:spPr>
          <a:xfrm>
            <a:off x="0" y="6553200"/>
            <a:ext cx="4572000" cy="275590"/>
          </a:xfrm>
          <a:prstGeom prst="rect">
            <a:avLst/>
          </a:prstGeom>
          <a:noFill/>
        </p:spPr>
        <p:txBody>
          <a:bodyPr wrap="square" rtlCol="0" anchor="t">
            <a:spAutoFit/>
          </a:bodyPr>
          <a:p>
            <a:r>
              <a:rPr lang="en-US" sz="1200" dirty="0" smtClean="0">
                <a:sym typeface="+mn-ea"/>
              </a:rPr>
              <a:t>Enrollment No:245780694033</a:t>
            </a:r>
            <a:endParaRPr lang="en-US" sz="1200" dirty="0" smtClean="0">
              <a:sym typeface="+mn-ea"/>
            </a:endParaRPr>
          </a:p>
        </p:txBody>
      </p:sp>
      <p:sp>
        <p:nvSpPr>
          <p:cNvPr id="8" name="Text Box 7"/>
          <p:cNvSpPr txBox="1"/>
          <p:nvPr/>
        </p:nvSpPr>
        <p:spPr>
          <a:xfrm>
            <a:off x="3810000" y="6546850"/>
            <a:ext cx="4572000" cy="311150"/>
          </a:xfrm>
          <a:prstGeom prst="rect">
            <a:avLst/>
          </a:prstGeom>
          <a:noFill/>
        </p:spPr>
        <p:txBody>
          <a:bodyPr wrap="square" rtlCol="0" anchor="t">
            <a:noAutofit/>
          </a:bodyPr>
          <a:p>
            <a:pPr algn="r"/>
            <a:r>
              <a:rPr lang="en-US" sz="1200" dirty="0">
                <a:latin typeface="Times New Roman" panose="02020603050405020304" charset="0"/>
                <a:cs typeface="Times New Roman" panose="02020603050405020304" charset="0"/>
                <a:sym typeface="+mn-ea"/>
              </a:rPr>
              <a:t> Major Project (MC04094011 )</a:t>
            </a:r>
            <a:br>
              <a:rPr lang="en-US" sz="1200" dirty="0">
                <a:latin typeface="Times New Roman" panose="02020603050405020304" charset="0"/>
                <a:cs typeface="Times New Roman" panose="02020603050405020304" charset="0"/>
                <a:sym typeface="+mn-ea"/>
              </a:rPr>
            </a:br>
            <a:endParaRPr lang="en-US" sz="1200" dirty="0">
              <a:latin typeface="Times New Roman" panose="02020603050405020304" charset="0"/>
              <a:cs typeface="Times New Roman" panose="02020603050405020304" charset="0"/>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ctr"/>
            <a:r>
              <a:rPr lang="en-IN" sz="2400" b="1" u="sng" dirty="0">
                <a:solidFill>
                  <a:schemeClr val="accent1">
                    <a:lumMod val="75000"/>
                  </a:schemeClr>
                </a:solidFill>
                <a:latin typeface="Times New Roman" panose="02020603050405020304" charset="0"/>
                <a:cs typeface="Times New Roman" panose="02020603050405020304" charset="0"/>
                <a:sym typeface="+mn-ea"/>
              </a:rPr>
              <a:t>System Design</a:t>
            </a:r>
            <a:endParaRPr lang="en-IN" sz="2400" b="1" u="sng" dirty="0">
              <a:solidFill>
                <a:schemeClr val="accent1">
                  <a:lumMod val="75000"/>
                </a:schemeClr>
              </a:solidFill>
              <a:latin typeface="Times New Roman" panose="02020603050405020304" charset="0"/>
              <a:cs typeface="Times New Roman" panose="02020603050405020304" charset="0"/>
              <a:sym typeface="+mn-ea"/>
            </a:endParaRPr>
          </a:p>
        </p:txBody>
      </p:sp>
      <p:pic>
        <p:nvPicPr>
          <p:cNvPr id="6" name="Content Placeholder 5" descr="System Design"/>
          <p:cNvPicPr>
            <a:picLocks noChangeAspect="1"/>
          </p:cNvPicPr>
          <p:nvPr>
            <p:ph idx="1"/>
          </p:nvPr>
        </p:nvPicPr>
        <p:blipFill>
          <a:blip r:embed="rId1"/>
          <a:stretch>
            <a:fillRect/>
          </a:stretch>
        </p:blipFill>
        <p:spPr>
          <a:xfrm>
            <a:off x="819150" y="1676400"/>
            <a:ext cx="7200265" cy="4800600"/>
          </a:xfrm>
          <a:prstGeom prst="rect">
            <a:avLst/>
          </a:prstGeom>
        </p:spPr>
      </p:pic>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smtClean="0"/>
              <a:t>23</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a:xfrm>
            <a:off x="2932113" y="3048000"/>
            <a:ext cx="7659687" cy="1168400"/>
          </a:xfrm>
        </p:spPr>
        <p:txBody>
          <a:bodyPr/>
          <a:p>
            <a:r>
              <a:rPr lang="en-US"/>
              <a:t>Thank YOU</a:t>
            </a:r>
            <a:endParaRPr lang="en-US"/>
          </a:p>
        </p:txBody>
      </p:sp>
      <p:sp>
        <p:nvSpPr>
          <p:cNvPr id="4" name="Footer Placeholder 3"/>
          <p:cNvSpPr>
            <a:spLocks noGrp="1"/>
          </p:cNvSpPr>
          <p:nvPr>
            <p:ph type="ftr" sz="quarter" idx="11"/>
          </p:nvPr>
        </p:nvSpPr>
        <p:spPr/>
        <p:txBody>
          <a:bodyPr/>
          <a:p>
            <a:r>
              <a:rPr lang="en-US" dirty="0" smtClean="0"/>
              <a:t>MCA_Sem -3(MC03094171)</a:t>
            </a:r>
            <a:endParaRPr lang="en-US" dirty="0"/>
          </a:p>
        </p:txBody>
      </p:sp>
      <p:sp>
        <p:nvSpPr>
          <p:cNvPr id="5" name="Slide Number Placeholder 4"/>
          <p:cNvSpPr>
            <a:spLocks noGrp="1"/>
          </p:cNvSpPr>
          <p:nvPr>
            <p:ph type="sldNum" sz="quarter" idx="12"/>
          </p:nvPr>
        </p:nvSpPr>
        <p:spPr/>
        <p:txBody>
          <a:bodyPr/>
          <a:p>
            <a:r>
              <a:rPr lang="en-US"/>
              <a:t>24</a:t>
            </a: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Adjacency">
  <a:themeElements>
    <a:clrScheme name="Custom 6">
      <a:dk1>
        <a:sysClr val="windowText" lastClr="000000"/>
      </a:dk1>
      <a:lt1>
        <a:sysClr val="window" lastClr="FFFFFF"/>
      </a:lt1>
      <a:dk2>
        <a:srgbClr val="0E2F4F"/>
      </a:dk2>
      <a:lt2>
        <a:srgbClr val="0E2F4F"/>
      </a:lt2>
      <a:accent1>
        <a:srgbClr val="224F76"/>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emplate>
  <TotalTime>0</TotalTime>
  <Words>8253</Words>
  <Application>WPS Presentation</Application>
  <PresentationFormat>On-screen Show (4:3)</PresentationFormat>
  <Paragraphs>409</Paragraphs>
  <Slides>25</Slides>
  <Notes>2</Notes>
  <HiddenSlides>0</HiddenSlides>
  <MMClips>0</MMClips>
  <ScaleCrop>false</ScaleCrop>
  <HeadingPairs>
    <vt:vector size="6" baseType="variant">
      <vt:variant>
        <vt:lpstr>已用的字体</vt:lpstr>
      </vt:variant>
      <vt:variant>
        <vt:i4>8</vt:i4>
      </vt:variant>
      <vt:variant>
        <vt:lpstr>主题</vt:lpstr>
      </vt:variant>
      <vt:variant>
        <vt:i4>5</vt:i4>
      </vt:variant>
      <vt:variant>
        <vt:lpstr>幻灯片标题</vt:lpstr>
      </vt:variant>
      <vt:variant>
        <vt:i4>25</vt:i4>
      </vt:variant>
    </vt:vector>
  </HeadingPairs>
  <TitlesOfParts>
    <vt:vector size="38" baseType="lpstr">
      <vt:lpstr>Arial</vt:lpstr>
      <vt:lpstr>SimSun</vt:lpstr>
      <vt:lpstr>Wingdings</vt:lpstr>
      <vt:lpstr>Times New Roman</vt:lpstr>
      <vt:lpstr>Calibri</vt:lpstr>
      <vt:lpstr>Cambria</vt:lpstr>
      <vt:lpstr>Microsoft YaHei</vt:lpstr>
      <vt:lpstr>Arial Unicode MS</vt:lpstr>
      <vt:lpstr>Adjacency</vt:lpstr>
      <vt:lpstr>2_Custom Design</vt:lpstr>
      <vt:lpstr>3_Custom Design</vt:lpstr>
      <vt:lpstr>1_Custom Design</vt:lpstr>
      <vt:lpstr>Custom Design</vt:lpstr>
      <vt:lpstr>PowerPoint 演示文稿</vt:lpstr>
      <vt:lpstr>Table of  Contents</vt:lpstr>
      <vt:lpstr>Project Profile</vt:lpstr>
      <vt:lpstr>PowerPoint 演示文稿</vt:lpstr>
      <vt:lpstr>PowerPoint 演示文稿</vt:lpstr>
      <vt:lpstr>PowerPoint 演示文稿</vt:lpstr>
      <vt:lpstr>Project Description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Project Scheduling &amp; Planning</vt:lpstr>
      <vt:lpstr>PowerPoint 演示文稿</vt:lpstr>
      <vt:lpstr>PowerPoint 演示文稿</vt:lpstr>
      <vt:lpstr>Gantt Chart </vt:lpstr>
      <vt:lpstr>Screen Shot</vt:lpstr>
      <vt:lpstr>PowerPoint 演示文稿</vt:lpstr>
      <vt:lpstr>Output:</vt:lpstr>
      <vt:lpstr>Register:</vt:lpstr>
      <vt:lpstr>Login:</vt:lpstr>
      <vt:lpstr>System Design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Dax Panchal</cp:lastModifiedBy>
  <cp:revision>62</cp:revision>
  <dcterms:created xsi:type="dcterms:W3CDTF">2025-07-24T08:01:00Z</dcterms:created>
  <dcterms:modified xsi:type="dcterms:W3CDTF">2026-03-17T06:19:03Z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CAA424C9712D4393B5068E8F467A2ECA_12</vt:lpwstr>
  </property>
  <property fmtid="{D5CDD505-2E9C-101B-9397-08002B2CF9AE}" pid="3" name="KSOProductBuildVer">
    <vt:lpwstr>1033-12.2.0.23196</vt:lpwstr>
  </property>
</Properties>
</file>